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9239FF-B29F-4B77-A933-FF52D591893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180644A-7979-4237-BDB3-1E77ECE9AA2C}">
      <dgm:prSet/>
      <dgm:spPr/>
      <dgm:t>
        <a:bodyPr/>
        <a:lstStyle/>
        <a:p>
          <a:r>
            <a:rPr lang="en-US"/>
            <a:t>Recolectar datos de equipos y jugadores de LaLiga en un formato adecuado para su análisis.</a:t>
          </a:r>
        </a:p>
      </dgm:t>
    </dgm:pt>
    <dgm:pt modelId="{FC820B62-0B04-4004-837F-F47E54F3CC64}" type="parTrans" cxnId="{91837185-84A9-40AA-B2B7-5616C103FEB4}">
      <dgm:prSet/>
      <dgm:spPr/>
      <dgm:t>
        <a:bodyPr/>
        <a:lstStyle/>
        <a:p>
          <a:endParaRPr lang="en-US"/>
        </a:p>
      </dgm:t>
    </dgm:pt>
    <dgm:pt modelId="{5DD4130E-B9A7-459D-B933-681B35A16592}" type="sibTrans" cxnId="{91837185-84A9-40AA-B2B7-5616C103FEB4}">
      <dgm:prSet/>
      <dgm:spPr/>
      <dgm:t>
        <a:bodyPr/>
        <a:lstStyle/>
        <a:p>
          <a:endParaRPr lang="en-US"/>
        </a:p>
      </dgm:t>
    </dgm:pt>
    <dgm:pt modelId="{73C68804-0851-4ACB-B01C-2BE3DAD931AC}">
      <dgm:prSet/>
      <dgm:spPr/>
      <dgm:t>
        <a:bodyPr/>
        <a:lstStyle/>
        <a:p>
          <a:r>
            <a:rPr lang="en-US"/>
            <a:t>Comparar el rendimiento de los equipos a partir de métricas clave como goles, victorias y derrotas.</a:t>
          </a:r>
        </a:p>
      </dgm:t>
    </dgm:pt>
    <dgm:pt modelId="{97629FFC-0B60-48C1-8525-46A8A45CC33A}" type="parTrans" cxnId="{77E9933C-8078-414E-A5DB-7201CDBF8EDB}">
      <dgm:prSet/>
      <dgm:spPr/>
      <dgm:t>
        <a:bodyPr/>
        <a:lstStyle/>
        <a:p>
          <a:endParaRPr lang="en-US"/>
        </a:p>
      </dgm:t>
    </dgm:pt>
    <dgm:pt modelId="{B9F1D581-D7C2-4FE3-B596-D48576369249}" type="sibTrans" cxnId="{77E9933C-8078-414E-A5DB-7201CDBF8EDB}">
      <dgm:prSet/>
      <dgm:spPr/>
      <dgm:t>
        <a:bodyPr/>
        <a:lstStyle/>
        <a:p>
          <a:endParaRPr lang="en-US"/>
        </a:p>
      </dgm:t>
    </dgm:pt>
    <dgm:pt modelId="{78BBBD05-E2AC-48DA-94D5-CCEF750A36B1}">
      <dgm:prSet/>
      <dgm:spPr/>
      <dgm:t>
        <a:bodyPr/>
        <a:lstStyle/>
        <a:p>
          <a:r>
            <a:rPr lang="en-US"/>
            <a:t>Generar visualizaciones que faciliten la interpretación de los datos y los hallazgos del análisis.</a:t>
          </a:r>
        </a:p>
      </dgm:t>
    </dgm:pt>
    <dgm:pt modelId="{8F2058FA-635A-4DF1-BA93-68AE123173B3}" type="parTrans" cxnId="{08BB8221-E18B-473F-BC5B-029FE2B61241}">
      <dgm:prSet/>
      <dgm:spPr/>
      <dgm:t>
        <a:bodyPr/>
        <a:lstStyle/>
        <a:p>
          <a:endParaRPr lang="en-US"/>
        </a:p>
      </dgm:t>
    </dgm:pt>
    <dgm:pt modelId="{B3B0C192-545F-456F-9159-F32C1C0FC05C}" type="sibTrans" cxnId="{08BB8221-E18B-473F-BC5B-029FE2B61241}">
      <dgm:prSet/>
      <dgm:spPr/>
      <dgm:t>
        <a:bodyPr/>
        <a:lstStyle/>
        <a:p>
          <a:endParaRPr lang="en-US"/>
        </a:p>
      </dgm:t>
    </dgm:pt>
    <dgm:pt modelId="{0FC0E4F7-31B3-4275-844F-779D98564724}" type="pres">
      <dgm:prSet presAssocID="{FB9239FF-B29F-4B77-A933-FF52D591893E}" presName="root" presStyleCnt="0">
        <dgm:presLayoutVars>
          <dgm:dir/>
          <dgm:resizeHandles val="exact"/>
        </dgm:presLayoutVars>
      </dgm:prSet>
      <dgm:spPr/>
    </dgm:pt>
    <dgm:pt modelId="{F7510646-6172-422C-A396-BE40AAA7B6E7}" type="pres">
      <dgm:prSet presAssocID="{9180644A-7979-4237-BDB3-1E77ECE9AA2C}" presName="compNode" presStyleCnt="0"/>
      <dgm:spPr/>
    </dgm:pt>
    <dgm:pt modelId="{0DDB4799-5BC5-4557-92AE-78B0F2B35959}" type="pres">
      <dgm:prSet presAssocID="{9180644A-7979-4237-BDB3-1E77ECE9AA2C}" presName="bgRect" presStyleLbl="bgShp" presStyleIdx="0" presStyleCnt="3"/>
      <dgm:spPr/>
    </dgm:pt>
    <dgm:pt modelId="{8F6EE2EE-B809-429B-9420-A2DC3A80F05E}" type="pres">
      <dgm:prSet presAssocID="{9180644A-7979-4237-BDB3-1E77ECE9AA2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ón de fútbol"/>
        </a:ext>
      </dgm:extLst>
    </dgm:pt>
    <dgm:pt modelId="{BEFE9528-CE40-44DE-807D-221484EAEE44}" type="pres">
      <dgm:prSet presAssocID="{9180644A-7979-4237-BDB3-1E77ECE9AA2C}" presName="spaceRect" presStyleCnt="0"/>
      <dgm:spPr/>
    </dgm:pt>
    <dgm:pt modelId="{A1F155AF-6BBE-4240-A354-9597BA89EF22}" type="pres">
      <dgm:prSet presAssocID="{9180644A-7979-4237-BDB3-1E77ECE9AA2C}" presName="parTx" presStyleLbl="revTx" presStyleIdx="0" presStyleCnt="3">
        <dgm:presLayoutVars>
          <dgm:chMax val="0"/>
          <dgm:chPref val="0"/>
        </dgm:presLayoutVars>
      </dgm:prSet>
      <dgm:spPr/>
    </dgm:pt>
    <dgm:pt modelId="{0E9720C7-FA19-452C-9000-0A5E56BBF654}" type="pres">
      <dgm:prSet presAssocID="{5DD4130E-B9A7-459D-B933-681B35A16592}" presName="sibTrans" presStyleCnt="0"/>
      <dgm:spPr/>
    </dgm:pt>
    <dgm:pt modelId="{9CAAFF23-F2C7-4468-967A-97A3C0A3949B}" type="pres">
      <dgm:prSet presAssocID="{73C68804-0851-4ACB-B01C-2BE3DAD931AC}" presName="compNode" presStyleCnt="0"/>
      <dgm:spPr/>
    </dgm:pt>
    <dgm:pt modelId="{25562EE5-1C77-422C-B9C4-477038764781}" type="pres">
      <dgm:prSet presAssocID="{73C68804-0851-4ACB-B01C-2BE3DAD931AC}" presName="bgRect" presStyleLbl="bgShp" presStyleIdx="1" presStyleCnt="3"/>
      <dgm:spPr/>
    </dgm:pt>
    <dgm:pt modelId="{2E160306-92EC-46DC-AC4B-8E957E18E9C2}" type="pres">
      <dgm:prSet presAssocID="{73C68804-0851-4ACB-B01C-2BE3DAD931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dicador"/>
        </a:ext>
      </dgm:extLst>
    </dgm:pt>
    <dgm:pt modelId="{4C547EC9-3823-445D-B317-CF05F49F34F3}" type="pres">
      <dgm:prSet presAssocID="{73C68804-0851-4ACB-B01C-2BE3DAD931AC}" presName="spaceRect" presStyleCnt="0"/>
      <dgm:spPr/>
    </dgm:pt>
    <dgm:pt modelId="{A70AC96F-838F-4A91-B506-2B69E8EB0A33}" type="pres">
      <dgm:prSet presAssocID="{73C68804-0851-4ACB-B01C-2BE3DAD931AC}" presName="parTx" presStyleLbl="revTx" presStyleIdx="1" presStyleCnt="3">
        <dgm:presLayoutVars>
          <dgm:chMax val="0"/>
          <dgm:chPref val="0"/>
        </dgm:presLayoutVars>
      </dgm:prSet>
      <dgm:spPr/>
    </dgm:pt>
    <dgm:pt modelId="{2FC406F2-270F-4924-BCF5-7DF1799BF597}" type="pres">
      <dgm:prSet presAssocID="{B9F1D581-D7C2-4FE3-B596-D48576369249}" presName="sibTrans" presStyleCnt="0"/>
      <dgm:spPr/>
    </dgm:pt>
    <dgm:pt modelId="{5D026449-ABD2-4126-9427-60B9421D481C}" type="pres">
      <dgm:prSet presAssocID="{78BBBD05-E2AC-48DA-94D5-CCEF750A36B1}" presName="compNode" presStyleCnt="0"/>
      <dgm:spPr/>
    </dgm:pt>
    <dgm:pt modelId="{52CA24EC-1D27-47CB-9D45-DE4E3D61AF1B}" type="pres">
      <dgm:prSet presAssocID="{78BBBD05-E2AC-48DA-94D5-CCEF750A36B1}" presName="bgRect" presStyleLbl="bgShp" presStyleIdx="2" presStyleCnt="3"/>
      <dgm:spPr/>
    </dgm:pt>
    <dgm:pt modelId="{FD35253A-9D04-462B-9E07-9CFC9424FF20}" type="pres">
      <dgm:prSet presAssocID="{78BBBD05-E2AC-48DA-94D5-CCEF750A36B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078661D6-55D9-45A1-A6D8-4B1582AD7C11}" type="pres">
      <dgm:prSet presAssocID="{78BBBD05-E2AC-48DA-94D5-CCEF750A36B1}" presName="spaceRect" presStyleCnt="0"/>
      <dgm:spPr/>
    </dgm:pt>
    <dgm:pt modelId="{58C4BDB2-9635-4F89-BC5D-B7CC038D0052}" type="pres">
      <dgm:prSet presAssocID="{78BBBD05-E2AC-48DA-94D5-CCEF750A36B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8BB8221-E18B-473F-BC5B-029FE2B61241}" srcId="{FB9239FF-B29F-4B77-A933-FF52D591893E}" destId="{78BBBD05-E2AC-48DA-94D5-CCEF750A36B1}" srcOrd="2" destOrd="0" parTransId="{8F2058FA-635A-4DF1-BA93-68AE123173B3}" sibTransId="{B3B0C192-545F-456F-9159-F32C1C0FC05C}"/>
    <dgm:cxn modelId="{F9FEB635-9EF7-4EB3-86ED-EC587182A43D}" type="presOf" srcId="{9180644A-7979-4237-BDB3-1E77ECE9AA2C}" destId="{A1F155AF-6BBE-4240-A354-9597BA89EF22}" srcOrd="0" destOrd="0" presId="urn:microsoft.com/office/officeart/2018/2/layout/IconVerticalSolidList"/>
    <dgm:cxn modelId="{77E9933C-8078-414E-A5DB-7201CDBF8EDB}" srcId="{FB9239FF-B29F-4B77-A933-FF52D591893E}" destId="{73C68804-0851-4ACB-B01C-2BE3DAD931AC}" srcOrd="1" destOrd="0" parTransId="{97629FFC-0B60-48C1-8525-46A8A45CC33A}" sibTransId="{B9F1D581-D7C2-4FE3-B596-D48576369249}"/>
    <dgm:cxn modelId="{592F0D51-B6D4-4110-B4A9-5280447B055B}" type="presOf" srcId="{FB9239FF-B29F-4B77-A933-FF52D591893E}" destId="{0FC0E4F7-31B3-4275-844F-779D98564724}" srcOrd="0" destOrd="0" presId="urn:microsoft.com/office/officeart/2018/2/layout/IconVerticalSolidList"/>
    <dgm:cxn modelId="{BAA6A456-3241-4EE1-B0D6-2199092C203A}" type="presOf" srcId="{78BBBD05-E2AC-48DA-94D5-CCEF750A36B1}" destId="{58C4BDB2-9635-4F89-BC5D-B7CC038D0052}" srcOrd="0" destOrd="0" presId="urn:microsoft.com/office/officeart/2018/2/layout/IconVerticalSolidList"/>
    <dgm:cxn modelId="{91837185-84A9-40AA-B2B7-5616C103FEB4}" srcId="{FB9239FF-B29F-4B77-A933-FF52D591893E}" destId="{9180644A-7979-4237-BDB3-1E77ECE9AA2C}" srcOrd="0" destOrd="0" parTransId="{FC820B62-0B04-4004-837F-F47E54F3CC64}" sibTransId="{5DD4130E-B9A7-459D-B933-681B35A16592}"/>
    <dgm:cxn modelId="{3B9310E7-B280-4173-8448-F2C9DF58F076}" type="presOf" srcId="{73C68804-0851-4ACB-B01C-2BE3DAD931AC}" destId="{A70AC96F-838F-4A91-B506-2B69E8EB0A33}" srcOrd="0" destOrd="0" presId="urn:microsoft.com/office/officeart/2018/2/layout/IconVerticalSolidList"/>
    <dgm:cxn modelId="{3C247DFD-FBD5-4C44-9BBC-73EF8EFF8DCF}" type="presParOf" srcId="{0FC0E4F7-31B3-4275-844F-779D98564724}" destId="{F7510646-6172-422C-A396-BE40AAA7B6E7}" srcOrd="0" destOrd="0" presId="urn:microsoft.com/office/officeart/2018/2/layout/IconVerticalSolidList"/>
    <dgm:cxn modelId="{EE959737-6B90-4355-A821-4A1CAAA83291}" type="presParOf" srcId="{F7510646-6172-422C-A396-BE40AAA7B6E7}" destId="{0DDB4799-5BC5-4557-92AE-78B0F2B35959}" srcOrd="0" destOrd="0" presId="urn:microsoft.com/office/officeart/2018/2/layout/IconVerticalSolidList"/>
    <dgm:cxn modelId="{87209758-3EC5-43A5-80D8-2337AF5A7FB2}" type="presParOf" srcId="{F7510646-6172-422C-A396-BE40AAA7B6E7}" destId="{8F6EE2EE-B809-429B-9420-A2DC3A80F05E}" srcOrd="1" destOrd="0" presId="urn:microsoft.com/office/officeart/2018/2/layout/IconVerticalSolidList"/>
    <dgm:cxn modelId="{ED5F448C-A278-4D93-A868-2B0F868AE77F}" type="presParOf" srcId="{F7510646-6172-422C-A396-BE40AAA7B6E7}" destId="{BEFE9528-CE40-44DE-807D-221484EAEE44}" srcOrd="2" destOrd="0" presId="urn:microsoft.com/office/officeart/2018/2/layout/IconVerticalSolidList"/>
    <dgm:cxn modelId="{0AE60DF7-5B8A-4D31-87C5-99EC1FC83C40}" type="presParOf" srcId="{F7510646-6172-422C-A396-BE40AAA7B6E7}" destId="{A1F155AF-6BBE-4240-A354-9597BA89EF22}" srcOrd="3" destOrd="0" presId="urn:microsoft.com/office/officeart/2018/2/layout/IconVerticalSolidList"/>
    <dgm:cxn modelId="{57482569-D4D9-4A97-8693-80FC914CC87D}" type="presParOf" srcId="{0FC0E4F7-31B3-4275-844F-779D98564724}" destId="{0E9720C7-FA19-452C-9000-0A5E56BBF654}" srcOrd="1" destOrd="0" presId="urn:microsoft.com/office/officeart/2018/2/layout/IconVerticalSolidList"/>
    <dgm:cxn modelId="{01C59C47-911B-42FE-8FCD-9E67F3EE9238}" type="presParOf" srcId="{0FC0E4F7-31B3-4275-844F-779D98564724}" destId="{9CAAFF23-F2C7-4468-967A-97A3C0A3949B}" srcOrd="2" destOrd="0" presId="urn:microsoft.com/office/officeart/2018/2/layout/IconVerticalSolidList"/>
    <dgm:cxn modelId="{B76A9C21-1379-40A8-99C4-1DE099667037}" type="presParOf" srcId="{9CAAFF23-F2C7-4468-967A-97A3C0A3949B}" destId="{25562EE5-1C77-422C-B9C4-477038764781}" srcOrd="0" destOrd="0" presId="urn:microsoft.com/office/officeart/2018/2/layout/IconVerticalSolidList"/>
    <dgm:cxn modelId="{5C8A9FBB-8A78-40B1-A346-B1EED210CF73}" type="presParOf" srcId="{9CAAFF23-F2C7-4468-967A-97A3C0A3949B}" destId="{2E160306-92EC-46DC-AC4B-8E957E18E9C2}" srcOrd="1" destOrd="0" presId="urn:microsoft.com/office/officeart/2018/2/layout/IconVerticalSolidList"/>
    <dgm:cxn modelId="{C6663AB9-3F4D-45C2-94F4-23454B1F7020}" type="presParOf" srcId="{9CAAFF23-F2C7-4468-967A-97A3C0A3949B}" destId="{4C547EC9-3823-445D-B317-CF05F49F34F3}" srcOrd="2" destOrd="0" presId="urn:microsoft.com/office/officeart/2018/2/layout/IconVerticalSolidList"/>
    <dgm:cxn modelId="{98BF2C0D-C9E6-4456-9FCF-D06796515FBF}" type="presParOf" srcId="{9CAAFF23-F2C7-4468-967A-97A3C0A3949B}" destId="{A70AC96F-838F-4A91-B506-2B69E8EB0A33}" srcOrd="3" destOrd="0" presId="urn:microsoft.com/office/officeart/2018/2/layout/IconVerticalSolidList"/>
    <dgm:cxn modelId="{7805AE0A-E06F-4568-A29D-834F2BBA52AD}" type="presParOf" srcId="{0FC0E4F7-31B3-4275-844F-779D98564724}" destId="{2FC406F2-270F-4924-BCF5-7DF1799BF597}" srcOrd="3" destOrd="0" presId="urn:microsoft.com/office/officeart/2018/2/layout/IconVerticalSolidList"/>
    <dgm:cxn modelId="{EF44A730-72CB-427A-8D20-5D5A3FE567F0}" type="presParOf" srcId="{0FC0E4F7-31B3-4275-844F-779D98564724}" destId="{5D026449-ABD2-4126-9427-60B9421D481C}" srcOrd="4" destOrd="0" presId="urn:microsoft.com/office/officeart/2018/2/layout/IconVerticalSolidList"/>
    <dgm:cxn modelId="{E1D03288-5471-402E-9DE7-E41D128E9C9D}" type="presParOf" srcId="{5D026449-ABD2-4126-9427-60B9421D481C}" destId="{52CA24EC-1D27-47CB-9D45-DE4E3D61AF1B}" srcOrd="0" destOrd="0" presId="urn:microsoft.com/office/officeart/2018/2/layout/IconVerticalSolidList"/>
    <dgm:cxn modelId="{4165A8C5-8BF1-49BF-AA2D-B3ED6BA37256}" type="presParOf" srcId="{5D026449-ABD2-4126-9427-60B9421D481C}" destId="{FD35253A-9D04-462B-9E07-9CFC9424FF20}" srcOrd="1" destOrd="0" presId="urn:microsoft.com/office/officeart/2018/2/layout/IconVerticalSolidList"/>
    <dgm:cxn modelId="{7CC83ADE-0F47-46F6-A740-7288F18FB6C6}" type="presParOf" srcId="{5D026449-ABD2-4126-9427-60B9421D481C}" destId="{078661D6-55D9-45A1-A6D8-4B1582AD7C11}" srcOrd="2" destOrd="0" presId="urn:microsoft.com/office/officeart/2018/2/layout/IconVerticalSolidList"/>
    <dgm:cxn modelId="{5B4C1299-1DC0-42E3-B954-5C1A19EDEEE8}" type="presParOf" srcId="{5D026449-ABD2-4126-9427-60B9421D481C}" destId="{58C4BDB2-9635-4F89-BC5D-B7CC038D005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147F6D-AADE-42D1-93FB-7206E42386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20A1C8-943B-4340-B71F-B0DD46E5383E}">
      <dgm:prSet/>
      <dgm:spPr/>
      <dgm:t>
        <a:bodyPr/>
        <a:lstStyle/>
        <a:p>
          <a:r>
            <a:rPr lang="en-US"/>
            <a:t>Lenguaje principal: Python</a:t>
          </a:r>
        </a:p>
      </dgm:t>
    </dgm:pt>
    <dgm:pt modelId="{7AF76CB3-19AF-4C81-9203-4EC65F318CCA}" type="parTrans" cxnId="{06322E2A-DA97-4228-BAB3-7DD47568E158}">
      <dgm:prSet/>
      <dgm:spPr/>
      <dgm:t>
        <a:bodyPr/>
        <a:lstStyle/>
        <a:p>
          <a:endParaRPr lang="en-US"/>
        </a:p>
      </dgm:t>
    </dgm:pt>
    <dgm:pt modelId="{2501620F-5B69-4D17-994C-C1F31D8D24E9}" type="sibTrans" cxnId="{06322E2A-DA97-4228-BAB3-7DD47568E158}">
      <dgm:prSet/>
      <dgm:spPr/>
      <dgm:t>
        <a:bodyPr/>
        <a:lstStyle/>
        <a:p>
          <a:endParaRPr lang="en-US"/>
        </a:p>
      </dgm:t>
    </dgm:pt>
    <dgm:pt modelId="{526E41EA-0196-4504-AB0F-E3F142F40FAD}">
      <dgm:prSet/>
      <dgm:spPr/>
      <dgm:t>
        <a:bodyPr/>
        <a:lstStyle/>
        <a:p>
          <a:r>
            <a:rPr lang="en-US"/>
            <a:t>Librerías utilizadas:</a:t>
          </a:r>
        </a:p>
      </dgm:t>
    </dgm:pt>
    <dgm:pt modelId="{991701D9-0E63-4FC9-BAA5-4D68E7862EA1}" type="parTrans" cxnId="{8B41137C-058B-47ED-A49F-6F563DA28306}">
      <dgm:prSet/>
      <dgm:spPr/>
      <dgm:t>
        <a:bodyPr/>
        <a:lstStyle/>
        <a:p>
          <a:endParaRPr lang="en-US"/>
        </a:p>
      </dgm:t>
    </dgm:pt>
    <dgm:pt modelId="{CC78F816-5030-497D-856B-485229328390}" type="sibTrans" cxnId="{8B41137C-058B-47ED-A49F-6F563DA28306}">
      <dgm:prSet/>
      <dgm:spPr/>
      <dgm:t>
        <a:bodyPr/>
        <a:lstStyle/>
        <a:p>
          <a:endParaRPr lang="en-US"/>
        </a:p>
      </dgm:t>
    </dgm:pt>
    <dgm:pt modelId="{86D722BC-CAC8-4662-AC22-EEEDE76E8F7C}">
      <dgm:prSet/>
      <dgm:spPr/>
      <dgm:t>
        <a:bodyPr/>
        <a:lstStyle/>
        <a:p>
          <a:r>
            <a:rPr lang="en-US"/>
            <a:t>- Pandas: lectura y manejo de datos.</a:t>
          </a:r>
        </a:p>
      </dgm:t>
    </dgm:pt>
    <dgm:pt modelId="{7BF3284C-D5D3-401C-BAF5-9E2149E13219}" type="parTrans" cxnId="{1920D42C-6109-48CB-BCF4-D9F3FB951ED2}">
      <dgm:prSet/>
      <dgm:spPr/>
      <dgm:t>
        <a:bodyPr/>
        <a:lstStyle/>
        <a:p>
          <a:endParaRPr lang="en-US"/>
        </a:p>
      </dgm:t>
    </dgm:pt>
    <dgm:pt modelId="{53C38160-150D-4808-ACB8-04713A9460CA}" type="sibTrans" cxnId="{1920D42C-6109-48CB-BCF4-D9F3FB951ED2}">
      <dgm:prSet/>
      <dgm:spPr/>
      <dgm:t>
        <a:bodyPr/>
        <a:lstStyle/>
        <a:p>
          <a:endParaRPr lang="en-US"/>
        </a:p>
      </dgm:t>
    </dgm:pt>
    <dgm:pt modelId="{20B869A6-84AB-4A54-9263-3F7F1405EE1C}">
      <dgm:prSet/>
      <dgm:spPr/>
      <dgm:t>
        <a:bodyPr/>
        <a:lstStyle/>
        <a:p>
          <a:r>
            <a:rPr lang="en-US"/>
            <a:t>- Matplotlib: creación de gráficos y visualizaciones.</a:t>
          </a:r>
        </a:p>
      </dgm:t>
    </dgm:pt>
    <dgm:pt modelId="{DF36ABB3-6C2F-47E7-91B0-37D832C1A17E}" type="parTrans" cxnId="{771C44C2-FD6C-42CA-9EAD-D11C5ACD1F6E}">
      <dgm:prSet/>
      <dgm:spPr/>
      <dgm:t>
        <a:bodyPr/>
        <a:lstStyle/>
        <a:p>
          <a:endParaRPr lang="en-US"/>
        </a:p>
      </dgm:t>
    </dgm:pt>
    <dgm:pt modelId="{C900B8EA-7DBA-4C7E-9475-97ABB26352DD}" type="sibTrans" cxnId="{771C44C2-FD6C-42CA-9EAD-D11C5ACD1F6E}">
      <dgm:prSet/>
      <dgm:spPr/>
      <dgm:t>
        <a:bodyPr/>
        <a:lstStyle/>
        <a:p>
          <a:endParaRPr lang="en-US"/>
        </a:p>
      </dgm:t>
    </dgm:pt>
    <dgm:pt modelId="{07F7F22C-2940-48A0-B27B-478B28B374FC}">
      <dgm:prSet/>
      <dgm:spPr/>
      <dgm:t>
        <a:bodyPr/>
        <a:lstStyle/>
        <a:p>
          <a:r>
            <a:rPr lang="en-US"/>
            <a:t>- Seaborn: gráficos estadísticos detallados y atractivos.</a:t>
          </a:r>
        </a:p>
      </dgm:t>
    </dgm:pt>
    <dgm:pt modelId="{632DC0A3-0B9F-4E94-AF16-96440435529F}" type="parTrans" cxnId="{75124369-9E04-49B0-BF6F-ECE6124CC02F}">
      <dgm:prSet/>
      <dgm:spPr/>
      <dgm:t>
        <a:bodyPr/>
        <a:lstStyle/>
        <a:p>
          <a:endParaRPr lang="en-US"/>
        </a:p>
      </dgm:t>
    </dgm:pt>
    <dgm:pt modelId="{EDB8E7B3-7686-48A2-850F-17F4D206BB39}" type="sibTrans" cxnId="{75124369-9E04-49B0-BF6F-ECE6124CC02F}">
      <dgm:prSet/>
      <dgm:spPr/>
      <dgm:t>
        <a:bodyPr/>
        <a:lstStyle/>
        <a:p>
          <a:endParaRPr lang="en-US"/>
        </a:p>
      </dgm:t>
    </dgm:pt>
    <dgm:pt modelId="{FFAF7E66-11DE-4AF7-AE6D-903B5A644621}" type="pres">
      <dgm:prSet presAssocID="{E6147F6D-AADE-42D1-93FB-7206E423866E}" presName="root" presStyleCnt="0">
        <dgm:presLayoutVars>
          <dgm:dir/>
          <dgm:resizeHandles val="exact"/>
        </dgm:presLayoutVars>
      </dgm:prSet>
      <dgm:spPr/>
    </dgm:pt>
    <dgm:pt modelId="{8D51C787-1570-42E7-85A5-15076364C0C5}" type="pres">
      <dgm:prSet presAssocID="{5520A1C8-943B-4340-B71F-B0DD46E5383E}" presName="compNode" presStyleCnt="0"/>
      <dgm:spPr/>
    </dgm:pt>
    <dgm:pt modelId="{7BD750B1-E725-4134-9642-B4A1EA8ED930}" type="pres">
      <dgm:prSet presAssocID="{5520A1C8-943B-4340-B71F-B0DD46E5383E}" presName="bgRect" presStyleLbl="bgShp" presStyleIdx="0" presStyleCnt="5"/>
      <dgm:spPr/>
    </dgm:pt>
    <dgm:pt modelId="{FBB43E79-1ABB-4C56-9938-D28B477FB646}" type="pres">
      <dgm:prSet presAssocID="{5520A1C8-943B-4340-B71F-B0DD46E5383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enador"/>
        </a:ext>
      </dgm:extLst>
    </dgm:pt>
    <dgm:pt modelId="{0E33E4B5-7E1B-46BB-9DA1-745FD99B81D6}" type="pres">
      <dgm:prSet presAssocID="{5520A1C8-943B-4340-B71F-B0DD46E5383E}" presName="spaceRect" presStyleCnt="0"/>
      <dgm:spPr/>
    </dgm:pt>
    <dgm:pt modelId="{D277E658-40A9-4ABD-9210-85A360948C05}" type="pres">
      <dgm:prSet presAssocID="{5520A1C8-943B-4340-B71F-B0DD46E5383E}" presName="parTx" presStyleLbl="revTx" presStyleIdx="0" presStyleCnt="5">
        <dgm:presLayoutVars>
          <dgm:chMax val="0"/>
          <dgm:chPref val="0"/>
        </dgm:presLayoutVars>
      </dgm:prSet>
      <dgm:spPr/>
    </dgm:pt>
    <dgm:pt modelId="{72DDA8BE-4DBE-4DCF-8D59-A79CCE447CDB}" type="pres">
      <dgm:prSet presAssocID="{2501620F-5B69-4D17-994C-C1F31D8D24E9}" presName="sibTrans" presStyleCnt="0"/>
      <dgm:spPr/>
    </dgm:pt>
    <dgm:pt modelId="{C1A44DCF-19B8-451A-8ECB-8C95E9A5DA07}" type="pres">
      <dgm:prSet presAssocID="{526E41EA-0196-4504-AB0F-E3F142F40FAD}" presName="compNode" presStyleCnt="0"/>
      <dgm:spPr/>
    </dgm:pt>
    <dgm:pt modelId="{87005358-5304-464F-8F8D-F32CB6797F44}" type="pres">
      <dgm:prSet presAssocID="{526E41EA-0196-4504-AB0F-E3F142F40FAD}" presName="bgRect" presStyleLbl="bgShp" presStyleIdx="1" presStyleCnt="5"/>
      <dgm:spPr/>
    </dgm:pt>
    <dgm:pt modelId="{D2EEF93F-BC24-496B-AAF2-8AAB17E7E5FA}" type="pres">
      <dgm:prSet presAssocID="{526E41EA-0196-4504-AB0F-E3F142F40FA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A9F110D6-F2A8-44F7-BF8C-871AE9AA617B}" type="pres">
      <dgm:prSet presAssocID="{526E41EA-0196-4504-AB0F-E3F142F40FAD}" presName="spaceRect" presStyleCnt="0"/>
      <dgm:spPr/>
    </dgm:pt>
    <dgm:pt modelId="{63DDBFFD-496E-48EC-A125-5CFD6C664ED3}" type="pres">
      <dgm:prSet presAssocID="{526E41EA-0196-4504-AB0F-E3F142F40FAD}" presName="parTx" presStyleLbl="revTx" presStyleIdx="1" presStyleCnt="5">
        <dgm:presLayoutVars>
          <dgm:chMax val="0"/>
          <dgm:chPref val="0"/>
        </dgm:presLayoutVars>
      </dgm:prSet>
      <dgm:spPr/>
    </dgm:pt>
    <dgm:pt modelId="{2DADE877-1A7F-444E-AC20-47A003CB758C}" type="pres">
      <dgm:prSet presAssocID="{CC78F816-5030-497D-856B-485229328390}" presName="sibTrans" presStyleCnt="0"/>
      <dgm:spPr/>
    </dgm:pt>
    <dgm:pt modelId="{C08FB2CC-4B92-4330-9BCB-BA547B693E04}" type="pres">
      <dgm:prSet presAssocID="{86D722BC-CAC8-4662-AC22-EEEDE76E8F7C}" presName="compNode" presStyleCnt="0"/>
      <dgm:spPr/>
    </dgm:pt>
    <dgm:pt modelId="{3C545D1E-DFE9-4005-946E-63C3ACE927C1}" type="pres">
      <dgm:prSet presAssocID="{86D722BC-CAC8-4662-AC22-EEEDE76E8F7C}" presName="bgRect" presStyleLbl="bgShp" presStyleIdx="2" presStyleCnt="5"/>
      <dgm:spPr/>
    </dgm:pt>
    <dgm:pt modelId="{2D4145BE-4BC1-42BB-A0EF-80AD31793AC9}" type="pres">
      <dgm:prSet presAssocID="{86D722BC-CAC8-4662-AC22-EEEDE76E8F7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so panda"/>
        </a:ext>
      </dgm:extLst>
    </dgm:pt>
    <dgm:pt modelId="{28B5850D-29E6-4FE8-9F0A-1C9125B14E1E}" type="pres">
      <dgm:prSet presAssocID="{86D722BC-CAC8-4662-AC22-EEEDE76E8F7C}" presName="spaceRect" presStyleCnt="0"/>
      <dgm:spPr/>
    </dgm:pt>
    <dgm:pt modelId="{BFD2FED5-2FE6-4D5B-9324-C872C142A672}" type="pres">
      <dgm:prSet presAssocID="{86D722BC-CAC8-4662-AC22-EEEDE76E8F7C}" presName="parTx" presStyleLbl="revTx" presStyleIdx="2" presStyleCnt="5">
        <dgm:presLayoutVars>
          <dgm:chMax val="0"/>
          <dgm:chPref val="0"/>
        </dgm:presLayoutVars>
      </dgm:prSet>
      <dgm:spPr/>
    </dgm:pt>
    <dgm:pt modelId="{7732D884-59B6-40FF-A6D6-96FEAA89FEDD}" type="pres">
      <dgm:prSet presAssocID="{53C38160-150D-4808-ACB8-04713A9460CA}" presName="sibTrans" presStyleCnt="0"/>
      <dgm:spPr/>
    </dgm:pt>
    <dgm:pt modelId="{A7941E4F-8753-4376-BD20-92F3EA0838B1}" type="pres">
      <dgm:prSet presAssocID="{20B869A6-84AB-4A54-9263-3F7F1405EE1C}" presName="compNode" presStyleCnt="0"/>
      <dgm:spPr/>
    </dgm:pt>
    <dgm:pt modelId="{EB3ED096-7BA8-4681-83A3-508D0CB5C0AD}" type="pres">
      <dgm:prSet presAssocID="{20B869A6-84AB-4A54-9263-3F7F1405EE1C}" presName="bgRect" presStyleLbl="bgShp" presStyleIdx="3" presStyleCnt="5"/>
      <dgm:spPr/>
    </dgm:pt>
    <dgm:pt modelId="{F8025DD0-72FD-4B41-BE5A-20E4D7719F5B}" type="pres">
      <dgm:prSet presAssocID="{20B869A6-84AB-4A54-9263-3F7F1405EE1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E91CDC33-A6D6-4FD1-B476-FA839D236701}" type="pres">
      <dgm:prSet presAssocID="{20B869A6-84AB-4A54-9263-3F7F1405EE1C}" presName="spaceRect" presStyleCnt="0"/>
      <dgm:spPr/>
    </dgm:pt>
    <dgm:pt modelId="{2CA95888-5B88-461B-9876-8AF73F0B3688}" type="pres">
      <dgm:prSet presAssocID="{20B869A6-84AB-4A54-9263-3F7F1405EE1C}" presName="parTx" presStyleLbl="revTx" presStyleIdx="3" presStyleCnt="5">
        <dgm:presLayoutVars>
          <dgm:chMax val="0"/>
          <dgm:chPref val="0"/>
        </dgm:presLayoutVars>
      </dgm:prSet>
      <dgm:spPr/>
    </dgm:pt>
    <dgm:pt modelId="{90C0E6D7-E350-4830-9B8F-8A1AEE4698DA}" type="pres">
      <dgm:prSet presAssocID="{C900B8EA-7DBA-4C7E-9475-97ABB26352DD}" presName="sibTrans" presStyleCnt="0"/>
      <dgm:spPr/>
    </dgm:pt>
    <dgm:pt modelId="{90C7923F-70C3-41AD-854A-D0B0CEB564E5}" type="pres">
      <dgm:prSet presAssocID="{07F7F22C-2940-48A0-B27B-478B28B374FC}" presName="compNode" presStyleCnt="0"/>
      <dgm:spPr/>
    </dgm:pt>
    <dgm:pt modelId="{AC2C4502-45B3-4305-9281-07B726E5C6CB}" type="pres">
      <dgm:prSet presAssocID="{07F7F22C-2940-48A0-B27B-478B28B374FC}" presName="bgRect" presStyleLbl="bgShp" presStyleIdx="4" presStyleCnt="5"/>
      <dgm:spPr/>
    </dgm:pt>
    <dgm:pt modelId="{54584500-69B1-4645-8000-0E02C0ED1617}" type="pres">
      <dgm:prSet presAssocID="{07F7F22C-2940-48A0-B27B-478B28B374F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EE8D72B-3F0E-4C88-B55A-31BF2762FA75}" type="pres">
      <dgm:prSet presAssocID="{07F7F22C-2940-48A0-B27B-478B28B374FC}" presName="spaceRect" presStyleCnt="0"/>
      <dgm:spPr/>
    </dgm:pt>
    <dgm:pt modelId="{85E2C954-EE69-4072-85E3-A9E0AB4A6ACC}" type="pres">
      <dgm:prSet presAssocID="{07F7F22C-2940-48A0-B27B-478B28B374F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8F52005-3AC8-471B-B69B-C28FE58F75EB}" type="presOf" srcId="{E6147F6D-AADE-42D1-93FB-7206E423866E}" destId="{FFAF7E66-11DE-4AF7-AE6D-903B5A644621}" srcOrd="0" destOrd="0" presId="urn:microsoft.com/office/officeart/2018/2/layout/IconVerticalSolidList"/>
    <dgm:cxn modelId="{54C16B1F-4331-480C-AADF-29458ADD3403}" type="presOf" srcId="{20B869A6-84AB-4A54-9263-3F7F1405EE1C}" destId="{2CA95888-5B88-461B-9876-8AF73F0B3688}" srcOrd="0" destOrd="0" presId="urn:microsoft.com/office/officeart/2018/2/layout/IconVerticalSolidList"/>
    <dgm:cxn modelId="{06322E2A-DA97-4228-BAB3-7DD47568E158}" srcId="{E6147F6D-AADE-42D1-93FB-7206E423866E}" destId="{5520A1C8-943B-4340-B71F-B0DD46E5383E}" srcOrd="0" destOrd="0" parTransId="{7AF76CB3-19AF-4C81-9203-4EC65F318CCA}" sibTransId="{2501620F-5B69-4D17-994C-C1F31D8D24E9}"/>
    <dgm:cxn modelId="{1920D42C-6109-48CB-BCF4-D9F3FB951ED2}" srcId="{E6147F6D-AADE-42D1-93FB-7206E423866E}" destId="{86D722BC-CAC8-4662-AC22-EEEDE76E8F7C}" srcOrd="2" destOrd="0" parTransId="{7BF3284C-D5D3-401C-BAF5-9E2149E13219}" sibTransId="{53C38160-150D-4808-ACB8-04713A9460CA}"/>
    <dgm:cxn modelId="{1B06F632-EE7D-4942-9805-D243ECF7D47C}" type="presOf" srcId="{86D722BC-CAC8-4662-AC22-EEEDE76E8F7C}" destId="{BFD2FED5-2FE6-4D5B-9324-C872C142A672}" srcOrd="0" destOrd="0" presId="urn:microsoft.com/office/officeart/2018/2/layout/IconVerticalSolidList"/>
    <dgm:cxn modelId="{63578E3B-C1DD-4B5A-9C4A-07CF178C44B9}" type="presOf" srcId="{526E41EA-0196-4504-AB0F-E3F142F40FAD}" destId="{63DDBFFD-496E-48EC-A125-5CFD6C664ED3}" srcOrd="0" destOrd="0" presId="urn:microsoft.com/office/officeart/2018/2/layout/IconVerticalSolidList"/>
    <dgm:cxn modelId="{75124369-9E04-49B0-BF6F-ECE6124CC02F}" srcId="{E6147F6D-AADE-42D1-93FB-7206E423866E}" destId="{07F7F22C-2940-48A0-B27B-478B28B374FC}" srcOrd="4" destOrd="0" parTransId="{632DC0A3-0B9F-4E94-AF16-96440435529F}" sibTransId="{EDB8E7B3-7686-48A2-850F-17F4D206BB39}"/>
    <dgm:cxn modelId="{E726B859-1AA3-45D9-8F70-8B84D8DA135D}" type="presOf" srcId="{07F7F22C-2940-48A0-B27B-478B28B374FC}" destId="{85E2C954-EE69-4072-85E3-A9E0AB4A6ACC}" srcOrd="0" destOrd="0" presId="urn:microsoft.com/office/officeart/2018/2/layout/IconVerticalSolidList"/>
    <dgm:cxn modelId="{8B41137C-058B-47ED-A49F-6F563DA28306}" srcId="{E6147F6D-AADE-42D1-93FB-7206E423866E}" destId="{526E41EA-0196-4504-AB0F-E3F142F40FAD}" srcOrd="1" destOrd="0" parTransId="{991701D9-0E63-4FC9-BAA5-4D68E7862EA1}" sibTransId="{CC78F816-5030-497D-856B-485229328390}"/>
    <dgm:cxn modelId="{771C44C2-FD6C-42CA-9EAD-D11C5ACD1F6E}" srcId="{E6147F6D-AADE-42D1-93FB-7206E423866E}" destId="{20B869A6-84AB-4A54-9263-3F7F1405EE1C}" srcOrd="3" destOrd="0" parTransId="{DF36ABB3-6C2F-47E7-91B0-37D832C1A17E}" sibTransId="{C900B8EA-7DBA-4C7E-9475-97ABB26352DD}"/>
    <dgm:cxn modelId="{54CBA4D3-35F2-4039-8C5D-A39038BD0C4B}" type="presOf" srcId="{5520A1C8-943B-4340-B71F-B0DD46E5383E}" destId="{D277E658-40A9-4ABD-9210-85A360948C05}" srcOrd="0" destOrd="0" presId="urn:microsoft.com/office/officeart/2018/2/layout/IconVerticalSolidList"/>
    <dgm:cxn modelId="{6D676C00-0AEF-4584-978E-9396DB84AE82}" type="presParOf" srcId="{FFAF7E66-11DE-4AF7-AE6D-903B5A644621}" destId="{8D51C787-1570-42E7-85A5-15076364C0C5}" srcOrd="0" destOrd="0" presId="urn:microsoft.com/office/officeart/2018/2/layout/IconVerticalSolidList"/>
    <dgm:cxn modelId="{9CB53A34-32A0-421B-8308-D503BCFD81F9}" type="presParOf" srcId="{8D51C787-1570-42E7-85A5-15076364C0C5}" destId="{7BD750B1-E725-4134-9642-B4A1EA8ED930}" srcOrd="0" destOrd="0" presId="urn:microsoft.com/office/officeart/2018/2/layout/IconVerticalSolidList"/>
    <dgm:cxn modelId="{04F22112-1A15-4833-B937-F57BE9ACEAE8}" type="presParOf" srcId="{8D51C787-1570-42E7-85A5-15076364C0C5}" destId="{FBB43E79-1ABB-4C56-9938-D28B477FB646}" srcOrd="1" destOrd="0" presId="urn:microsoft.com/office/officeart/2018/2/layout/IconVerticalSolidList"/>
    <dgm:cxn modelId="{32A2AB02-1854-4413-87B2-4BE753599904}" type="presParOf" srcId="{8D51C787-1570-42E7-85A5-15076364C0C5}" destId="{0E33E4B5-7E1B-46BB-9DA1-745FD99B81D6}" srcOrd="2" destOrd="0" presId="urn:microsoft.com/office/officeart/2018/2/layout/IconVerticalSolidList"/>
    <dgm:cxn modelId="{AF3FD20A-0BC0-47BE-8288-7194D5FBBD6A}" type="presParOf" srcId="{8D51C787-1570-42E7-85A5-15076364C0C5}" destId="{D277E658-40A9-4ABD-9210-85A360948C05}" srcOrd="3" destOrd="0" presId="urn:microsoft.com/office/officeart/2018/2/layout/IconVerticalSolidList"/>
    <dgm:cxn modelId="{DEBB55B6-1612-4C74-8FB0-0C4AD2BB398E}" type="presParOf" srcId="{FFAF7E66-11DE-4AF7-AE6D-903B5A644621}" destId="{72DDA8BE-4DBE-4DCF-8D59-A79CCE447CDB}" srcOrd="1" destOrd="0" presId="urn:microsoft.com/office/officeart/2018/2/layout/IconVerticalSolidList"/>
    <dgm:cxn modelId="{80275F6D-D476-48AA-9E15-223FA51B5D14}" type="presParOf" srcId="{FFAF7E66-11DE-4AF7-AE6D-903B5A644621}" destId="{C1A44DCF-19B8-451A-8ECB-8C95E9A5DA07}" srcOrd="2" destOrd="0" presId="urn:microsoft.com/office/officeart/2018/2/layout/IconVerticalSolidList"/>
    <dgm:cxn modelId="{2AE80ADE-83B6-4013-9715-D64ACD049535}" type="presParOf" srcId="{C1A44DCF-19B8-451A-8ECB-8C95E9A5DA07}" destId="{87005358-5304-464F-8F8D-F32CB6797F44}" srcOrd="0" destOrd="0" presId="urn:microsoft.com/office/officeart/2018/2/layout/IconVerticalSolidList"/>
    <dgm:cxn modelId="{3CD341D3-9C27-42E1-A49D-9A793AEB42A4}" type="presParOf" srcId="{C1A44DCF-19B8-451A-8ECB-8C95E9A5DA07}" destId="{D2EEF93F-BC24-496B-AAF2-8AAB17E7E5FA}" srcOrd="1" destOrd="0" presId="urn:microsoft.com/office/officeart/2018/2/layout/IconVerticalSolidList"/>
    <dgm:cxn modelId="{0B226725-82CD-462D-9E05-E2AF8C006A44}" type="presParOf" srcId="{C1A44DCF-19B8-451A-8ECB-8C95E9A5DA07}" destId="{A9F110D6-F2A8-44F7-BF8C-871AE9AA617B}" srcOrd="2" destOrd="0" presId="urn:microsoft.com/office/officeart/2018/2/layout/IconVerticalSolidList"/>
    <dgm:cxn modelId="{90A9C3ED-311B-4E76-BD2B-2F7495C01EFF}" type="presParOf" srcId="{C1A44DCF-19B8-451A-8ECB-8C95E9A5DA07}" destId="{63DDBFFD-496E-48EC-A125-5CFD6C664ED3}" srcOrd="3" destOrd="0" presId="urn:microsoft.com/office/officeart/2018/2/layout/IconVerticalSolidList"/>
    <dgm:cxn modelId="{089A289E-F026-410C-90DD-BBFA7916C473}" type="presParOf" srcId="{FFAF7E66-11DE-4AF7-AE6D-903B5A644621}" destId="{2DADE877-1A7F-444E-AC20-47A003CB758C}" srcOrd="3" destOrd="0" presId="urn:microsoft.com/office/officeart/2018/2/layout/IconVerticalSolidList"/>
    <dgm:cxn modelId="{7CE7B5B6-D70A-435C-AEBC-640A300A1872}" type="presParOf" srcId="{FFAF7E66-11DE-4AF7-AE6D-903B5A644621}" destId="{C08FB2CC-4B92-4330-9BCB-BA547B693E04}" srcOrd="4" destOrd="0" presId="urn:microsoft.com/office/officeart/2018/2/layout/IconVerticalSolidList"/>
    <dgm:cxn modelId="{D0D7F520-111E-4C8B-8F61-6C1B41E04A1A}" type="presParOf" srcId="{C08FB2CC-4B92-4330-9BCB-BA547B693E04}" destId="{3C545D1E-DFE9-4005-946E-63C3ACE927C1}" srcOrd="0" destOrd="0" presId="urn:microsoft.com/office/officeart/2018/2/layout/IconVerticalSolidList"/>
    <dgm:cxn modelId="{3DBE73D6-4223-4A40-AB59-73BE4D36375C}" type="presParOf" srcId="{C08FB2CC-4B92-4330-9BCB-BA547B693E04}" destId="{2D4145BE-4BC1-42BB-A0EF-80AD31793AC9}" srcOrd="1" destOrd="0" presId="urn:microsoft.com/office/officeart/2018/2/layout/IconVerticalSolidList"/>
    <dgm:cxn modelId="{434882F2-65FB-4CB7-9453-1B945867CD94}" type="presParOf" srcId="{C08FB2CC-4B92-4330-9BCB-BA547B693E04}" destId="{28B5850D-29E6-4FE8-9F0A-1C9125B14E1E}" srcOrd="2" destOrd="0" presId="urn:microsoft.com/office/officeart/2018/2/layout/IconVerticalSolidList"/>
    <dgm:cxn modelId="{AEF7465E-43CA-4BBA-95AB-448FA5C0365D}" type="presParOf" srcId="{C08FB2CC-4B92-4330-9BCB-BA547B693E04}" destId="{BFD2FED5-2FE6-4D5B-9324-C872C142A672}" srcOrd="3" destOrd="0" presId="urn:microsoft.com/office/officeart/2018/2/layout/IconVerticalSolidList"/>
    <dgm:cxn modelId="{8B65F375-AE23-4A69-8580-77E8B863F084}" type="presParOf" srcId="{FFAF7E66-11DE-4AF7-AE6D-903B5A644621}" destId="{7732D884-59B6-40FF-A6D6-96FEAA89FEDD}" srcOrd="5" destOrd="0" presId="urn:microsoft.com/office/officeart/2018/2/layout/IconVerticalSolidList"/>
    <dgm:cxn modelId="{B702639F-1B29-4713-A9CD-FE807FE0CEF8}" type="presParOf" srcId="{FFAF7E66-11DE-4AF7-AE6D-903B5A644621}" destId="{A7941E4F-8753-4376-BD20-92F3EA0838B1}" srcOrd="6" destOrd="0" presId="urn:microsoft.com/office/officeart/2018/2/layout/IconVerticalSolidList"/>
    <dgm:cxn modelId="{C6A2E8FE-8FE6-48DC-AF3B-D03283FAB673}" type="presParOf" srcId="{A7941E4F-8753-4376-BD20-92F3EA0838B1}" destId="{EB3ED096-7BA8-4681-83A3-508D0CB5C0AD}" srcOrd="0" destOrd="0" presId="urn:microsoft.com/office/officeart/2018/2/layout/IconVerticalSolidList"/>
    <dgm:cxn modelId="{6EAC07E5-4304-4C64-BBAE-6380DAAB87B1}" type="presParOf" srcId="{A7941E4F-8753-4376-BD20-92F3EA0838B1}" destId="{F8025DD0-72FD-4B41-BE5A-20E4D7719F5B}" srcOrd="1" destOrd="0" presId="urn:microsoft.com/office/officeart/2018/2/layout/IconVerticalSolidList"/>
    <dgm:cxn modelId="{E1F266BF-63F4-4896-956B-884EF023CAC6}" type="presParOf" srcId="{A7941E4F-8753-4376-BD20-92F3EA0838B1}" destId="{E91CDC33-A6D6-4FD1-B476-FA839D236701}" srcOrd="2" destOrd="0" presId="urn:microsoft.com/office/officeart/2018/2/layout/IconVerticalSolidList"/>
    <dgm:cxn modelId="{BC14E51F-EEA6-4CA1-BE07-B3303B11F0E0}" type="presParOf" srcId="{A7941E4F-8753-4376-BD20-92F3EA0838B1}" destId="{2CA95888-5B88-461B-9876-8AF73F0B3688}" srcOrd="3" destOrd="0" presId="urn:microsoft.com/office/officeart/2018/2/layout/IconVerticalSolidList"/>
    <dgm:cxn modelId="{7EB4B353-D0B9-4D7F-A96E-1930D2D0F632}" type="presParOf" srcId="{FFAF7E66-11DE-4AF7-AE6D-903B5A644621}" destId="{90C0E6D7-E350-4830-9B8F-8A1AEE4698DA}" srcOrd="7" destOrd="0" presId="urn:microsoft.com/office/officeart/2018/2/layout/IconVerticalSolidList"/>
    <dgm:cxn modelId="{9D7E5E7E-08BC-47E8-8FCF-3E076E23824C}" type="presParOf" srcId="{FFAF7E66-11DE-4AF7-AE6D-903B5A644621}" destId="{90C7923F-70C3-41AD-854A-D0B0CEB564E5}" srcOrd="8" destOrd="0" presId="urn:microsoft.com/office/officeart/2018/2/layout/IconVerticalSolidList"/>
    <dgm:cxn modelId="{D2F5258C-3727-4197-8447-4D8FB8C932AE}" type="presParOf" srcId="{90C7923F-70C3-41AD-854A-D0B0CEB564E5}" destId="{AC2C4502-45B3-4305-9281-07B726E5C6CB}" srcOrd="0" destOrd="0" presId="urn:microsoft.com/office/officeart/2018/2/layout/IconVerticalSolidList"/>
    <dgm:cxn modelId="{165075CB-F011-419C-A2F8-E95770ABD7E1}" type="presParOf" srcId="{90C7923F-70C3-41AD-854A-D0B0CEB564E5}" destId="{54584500-69B1-4645-8000-0E02C0ED1617}" srcOrd="1" destOrd="0" presId="urn:microsoft.com/office/officeart/2018/2/layout/IconVerticalSolidList"/>
    <dgm:cxn modelId="{2B03FDC1-3A97-4EF7-BC35-28ACE1FAB2B2}" type="presParOf" srcId="{90C7923F-70C3-41AD-854A-D0B0CEB564E5}" destId="{0EE8D72B-3F0E-4C88-B55A-31BF2762FA75}" srcOrd="2" destOrd="0" presId="urn:microsoft.com/office/officeart/2018/2/layout/IconVerticalSolidList"/>
    <dgm:cxn modelId="{9D7009D9-0262-4B71-BE44-6475C62E38E0}" type="presParOf" srcId="{90C7923F-70C3-41AD-854A-D0B0CEB564E5}" destId="{85E2C954-EE69-4072-85E3-A9E0AB4A6A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2B994E-3E09-4760-8FE6-269154DFFBE2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7F0D60-B603-43B4-9626-CF5982FB8166}">
      <dgm:prSet/>
      <dgm:spPr/>
      <dgm:t>
        <a:bodyPr/>
        <a:lstStyle/>
        <a:p>
          <a:r>
            <a:rPr lang="en-US"/>
            <a:t>Identificar equipos más consistentes y jugadores más destacados.</a:t>
          </a:r>
        </a:p>
      </dgm:t>
    </dgm:pt>
    <dgm:pt modelId="{963F4CAF-0ADD-4BCA-85C0-FBAF9C64E571}" type="parTrans" cxnId="{059516E2-A913-46D7-ADE1-2D43F8939C43}">
      <dgm:prSet/>
      <dgm:spPr/>
      <dgm:t>
        <a:bodyPr/>
        <a:lstStyle/>
        <a:p>
          <a:endParaRPr lang="en-US"/>
        </a:p>
      </dgm:t>
    </dgm:pt>
    <dgm:pt modelId="{CA960D93-1E7F-4339-A0E6-2049E4ADEC0D}" type="sibTrans" cxnId="{059516E2-A913-46D7-ADE1-2D43F8939C43}">
      <dgm:prSet/>
      <dgm:spPr/>
      <dgm:t>
        <a:bodyPr/>
        <a:lstStyle/>
        <a:p>
          <a:endParaRPr lang="en-US"/>
        </a:p>
      </dgm:t>
    </dgm:pt>
    <dgm:pt modelId="{FFCF1C97-6432-4A43-A653-498304C7AF20}">
      <dgm:prSet/>
      <dgm:spPr/>
      <dgm:t>
        <a:bodyPr/>
        <a:lstStyle/>
        <a:p>
          <a:r>
            <a:rPr lang="en-US"/>
            <a:t>Obtener gráficos claros del rendimiento de cada club.</a:t>
          </a:r>
        </a:p>
      </dgm:t>
    </dgm:pt>
    <dgm:pt modelId="{EACF0062-20AB-403A-9F9A-A119D3CE2321}" type="parTrans" cxnId="{744196FB-7051-4500-9D7A-FD2897423D92}">
      <dgm:prSet/>
      <dgm:spPr/>
      <dgm:t>
        <a:bodyPr/>
        <a:lstStyle/>
        <a:p>
          <a:endParaRPr lang="en-US"/>
        </a:p>
      </dgm:t>
    </dgm:pt>
    <dgm:pt modelId="{87F7F409-EBB2-4CDF-B8A8-50830BE1E062}" type="sibTrans" cxnId="{744196FB-7051-4500-9D7A-FD2897423D92}">
      <dgm:prSet/>
      <dgm:spPr/>
      <dgm:t>
        <a:bodyPr/>
        <a:lstStyle/>
        <a:p>
          <a:endParaRPr lang="en-US"/>
        </a:p>
      </dgm:t>
    </dgm:pt>
    <dgm:pt modelId="{B2502ECE-83E0-4220-8A95-6601DD949C7B}">
      <dgm:prSet/>
      <dgm:spPr/>
      <dgm:t>
        <a:bodyPr/>
        <a:lstStyle/>
        <a:p>
          <a:r>
            <a:rPr lang="en-US"/>
            <a:t>Desarrollar una base de análisis predictivo para temporadas futuras.</a:t>
          </a:r>
        </a:p>
      </dgm:t>
    </dgm:pt>
    <dgm:pt modelId="{25B4D0D9-F4F2-418A-8255-A8C5D776FA4B}" type="parTrans" cxnId="{E797FB79-E325-430B-A57E-4E3D52CF88B0}">
      <dgm:prSet/>
      <dgm:spPr/>
      <dgm:t>
        <a:bodyPr/>
        <a:lstStyle/>
        <a:p>
          <a:endParaRPr lang="en-US"/>
        </a:p>
      </dgm:t>
    </dgm:pt>
    <dgm:pt modelId="{B4C9068C-C29F-47AE-ABB4-BFA5156803BC}" type="sibTrans" cxnId="{E797FB79-E325-430B-A57E-4E3D52CF88B0}">
      <dgm:prSet/>
      <dgm:spPr/>
      <dgm:t>
        <a:bodyPr/>
        <a:lstStyle/>
        <a:p>
          <a:endParaRPr lang="en-US"/>
        </a:p>
      </dgm:t>
    </dgm:pt>
    <dgm:pt modelId="{B05D492C-66DA-41D2-B5D8-9C70682DC789}" type="pres">
      <dgm:prSet presAssocID="{402B994E-3E09-4760-8FE6-269154DFFBE2}" presName="root" presStyleCnt="0">
        <dgm:presLayoutVars>
          <dgm:dir/>
          <dgm:resizeHandles val="exact"/>
        </dgm:presLayoutVars>
      </dgm:prSet>
      <dgm:spPr/>
    </dgm:pt>
    <dgm:pt modelId="{B1ABFC48-4A0E-4143-8265-DAF8F5986F3C}" type="pres">
      <dgm:prSet presAssocID="{D27F0D60-B603-43B4-9626-CF5982FB8166}" presName="compNode" presStyleCnt="0"/>
      <dgm:spPr/>
    </dgm:pt>
    <dgm:pt modelId="{288D2FEF-52AE-468D-AE3E-86EC9C11254E}" type="pres">
      <dgm:prSet presAssocID="{D27F0D60-B603-43B4-9626-CF5982FB816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ón de fútbol"/>
        </a:ext>
      </dgm:extLst>
    </dgm:pt>
    <dgm:pt modelId="{3F4F1D4F-15D7-4193-88B3-6F738411DC56}" type="pres">
      <dgm:prSet presAssocID="{D27F0D60-B603-43B4-9626-CF5982FB8166}" presName="spaceRect" presStyleCnt="0"/>
      <dgm:spPr/>
    </dgm:pt>
    <dgm:pt modelId="{07AF9539-963F-499A-A77A-CB38FF5C12B3}" type="pres">
      <dgm:prSet presAssocID="{D27F0D60-B603-43B4-9626-CF5982FB8166}" presName="textRect" presStyleLbl="revTx" presStyleIdx="0" presStyleCnt="3">
        <dgm:presLayoutVars>
          <dgm:chMax val="1"/>
          <dgm:chPref val="1"/>
        </dgm:presLayoutVars>
      </dgm:prSet>
      <dgm:spPr/>
    </dgm:pt>
    <dgm:pt modelId="{3CE79BE2-E8FC-4BEC-8E16-557FBD9790F2}" type="pres">
      <dgm:prSet presAssocID="{CA960D93-1E7F-4339-A0E6-2049E4ADEC0D}" presName="sibTrans" presStyleCnt="0"/>
      <dgm:spPr/>
    </dgm:pt>
    <dgm:pt modelId="{ED6A7D32-71C5-44A7-BFB8-2191A4771538}" type="pres">
      <dgm:prSet presAssocID="{FFCF1C97-6432-4A43-A653-498304C7AF20}" presName="compNode" presStyleCnt="0"/>
      <dgm:spPr/>
    </dgm:pt>
    <dgm:pt modelId="{0F51AD6C-C409-4477-B774-E83AB471B65D}" type="pres">
      <dgm:prSet presAssocID="{FFCF1C97-6432-4A43-A653-498304C7AF2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B82343C3-4550-41A9-98E8-AD48FF71FD6A}" type="pres">
      <dgm:prSet presAssocID="{FFCF1C97-6432-4A43-A653-498304C7AF20}" presName="spaceRect" presStyleCnt="0"/>
      <dgm:spPr/>
    </dgm:pt>
    <dgm:pt modelId="{EF5BB1B6-23F5-4829-83C8-6A5116F473E4}" type="pres">
      <dgm:prSet presAssocID="{FFCF1C97-6432-4A43-A653-498304C7AF20}" presName="textRect" presStyleLbl="revTx" presStyleIdx="1" presStyleCnt="3">
        <dgm:presLayoutVars>
          <dgm:chMax val="1"/>
          <dgm:chPref val="1"/>
        </dgm:presLayoutVars>
      </dgm:prSet>
      <dgm:spPr/>
    </dgm:pt>
    <dgm:pt modelId="{09634030-E712-4378-BFC6-D5393882C728}" type="pres">
      <dgm:prSet presAssocID="{87F7F409-EBB2-4CDF-B8A8-50830BE1E062}" presName="sibTrans" presStyleCnt="0"/>
      <dgm:spPr/>
    </dgm:pt>
    <dgm:pt modelId="{18F42BB2-6692-45DA-96A6-7417FA02B436}" type="pres">
      <dgm:prSet presAssocID="{B2502ECE-83E0-4220-8A95-6601DD949C7B}" presName="compNode" presStyleCnt="0"/>
      <dgm:spPr/>
    </dgm:pt>
    <dgm:pt modelId="{BAA1C7AC-1326-4983-ABB6-A3264495A9A3}" type="pres">
      <dgm:prSet presAssocID="{B2502ECE-83E0-4220-8A95-6601DD949C7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AB2FE854-BE10-4050-89C9-DA9EF68472C3}" type="pres">
      <dgm:prSet presAssocID="{B2502ECE-83E0-4220-8A95-6601DD949C7B}" presName="spaceRect" presStyleCnt="0"/>
      <dgm:spPr/>
    </dgm:pt>
    <dgm:pt modelId="{BB438393-2199-44CE-9125-88DC1B167D4D}" type="pres">
      <dgm:prSet presAssocID="{B2502ECE-83E0-4220-8A95-6601DD949C7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F7FED0E-4C8F-43F1-BF15-419CEAA2DB5D}" type="presOf" srcId="{D27F0D60-B603-43B4-9626-CF5982FB8166}" destId="{07AF9539-963F-499A-A77A-CB38FF5C12B3}" srcOrd="0" destOrd="0" presId="urn:microsoft.com/office/officeart/2018/2/layout/IconLabelList"/>
    <dgm:cxn modelId="{6808D96E-160C-4A0C-95EA-7134E9722C6A}" type="presOf" srcId="{FFCF1C97-6432-4A43-A653-498304C7AF20}" destId="{EF5BB1B6-23F5-4829-83C8-6A5116F473E4}" srcOrd="0" destOrd="0" presId="urn:microsoft.com/office/officeart/2018/2/layout/IconLabelList"/>
    <dgm:cxn modelId="{E797FB79-E325-430B-A57E-4E3D52CF88B0}" srcId="{402B994E-3E09-4760-8FE6-269154DFFBE2}" destId="{B2502ECE-83E0-4220-8A95-6601DD949C7B}" srcOrd="2" destOrd="0" parTransId="{25B4D0D9-F4F2-418A-8255-A8C5D776FA4B}" sibTransId="{B4C9068C-C29F-47AE-ABB4-BFA5156803BC}"/>
    <dgm:cxn modelId="{4E578393-3D99-43AD-B15A-284D4370CBB9}" type="presOf" srcId="{B2502ECE-83E0-4220-8A95-6601DD949C7B}" destId="{BB438393-2199-44CE-9125-88DC1B167D4D}" srcOrd="0" destOrd="0" presId="urn:microsoft.com/office/officeart/2018/2/layout/IconLabelList"/>
    <dgm:cxn modelId="{327596C9-CE12-4718-9DF3-5485F49011F4}" type="presOf" srcId="{402B994E-3E09-4760-8FE6-269154DFFBE2}" destId="{B05D492C-66DA-41D2-B5D8-9C70682DC789}" srcOrd="0" destOrd="0" presId="urn:microsoft.com/office/officeart/2018/2/layout/IconLabelList"/>
    <dgm:cxn modelId="{059516E2-A913-46D7-ADE1-2D43F8939C43}" srcId="{402B994E-3E09-4760-8FE6-269154DFFBE2}" destId="{D27F0D60-B603-43B4-9626-CF5982FB8166}" srcOrd="0" destOrd="0" parTransId="{963F4CAF-0ADD-4BCA-85C0-FBAF9C64E571}" sibTransId="{CA960D93-1E7F-4339-A0E6-2049E4ADEC0D}"/>
    <dgm:cxn modelId="{744196FB-7051-4500-9D7A-FD2897423D92}" srcId="{402B994E-3E09-4760-8FE6-269154DFFBE2}" destId="{FFCF1C97-6432-4A43-A653-498304C7AF20}" srcOrd="1" destOrd="0" parTransId="{EACF0062-20AB-403A-9F9A-A119D3CE2321}" sibTransId="{87F7F409-EBB2-4CDF-B8A8-50830BE1E062}"/>
    <dgm:cxn modelId="{F2CEE2CA-8AB6-427C-AA4B-2AAE58000E46}" type="presParOf" srcId="{B05D492C-66DA-41D2-B5D8-9C70682DC789}" destId="{B1ABFC48-4A0E-4143-8265-DAF8F5986F3C}" srcOrd="0" destOrd="0" presId="urn:microsoft.com/office/officeart/2018/2/layout/IconLabelList"/>
    <dgm:cxn modelId="{233C7A2B-6A91-489C-B079-72290B7FEB39}" type="presParOf" srcId="{B1ABFC48-4A0E-4143-8265-DAF8F5986F3C}" destId="{288D2FEF-52AE-468D-AE3E-86EC9C11254E}" srcOrd="0" destOrd="0" presId="urn:microsoft.com/office/officeart/2018/2/layout/IconLabelList"/>
    <dgm:cxn modelId="{E8C234C7-A466-4A8C-85D4-A42EE513EA6F}" type="presParOf" srcId="{B1ABFC48-4A0E-4143-8265-DAF8F5986F3C}" destId="{3F4F1D4F-15D7-4193-88B3-6F738411DC56}" srcOrd="1" destOrd="0" presId="urn:microsoft.com/office/officeart/2018/2/layout/IconLabelList"/>
    <dgm:cxn modelId="{7689C822-FCEC-49C7-9643-C7A0856AC61F}" type="presParOf" srcId="{B1ABFC48-4A0E-4143-8265-DAF8F5986F3C}" destId="{07AF9539-963F-499A-A77A-CB38FF5C12B3}" srcOrd="2" destOrd="0" presId="urn:microsoft.com/office/officeart/2018/2/layout/IconLabelList"/>
    <dgm:cxn modelId="{FA6A868A-94DB-4CDC-8500-BFF298F832DB}" type="presParOf" srcId="{B05D492C-66DA-41D2-B5D8-9C70682DC789}" destId="{3CE79BE2-E8FC-4BEC-8E16-557FBD9790F2}" srcOrd="1" destOrd="0" presId="urn:microsoft.com/office/officeart/2018/2/layout/IconLabelList"/>
    <dgm:cxn modelId="{64199214-617C-4615-B41B-E7B3D32475BC}" type="presParOf" srcId="{B05D492C-66DA-41D2-B5D8-9C70682DC789}" destId="{ED6A7D32-71C5-44A7-BFB8-2191A4771538}" srcOrd="2" destOrd="0" presId="urn:microsoft.com/office/officeart/2018/2/layout/IconLabelList"/>
    <dgm:cxn modelId="{DA2F387E-5C70-4B72-844C-60AADB6CDFBB}" type="presParOf" srcId="{ED6A7D32-71C5-44A7-BFB8-2191A4771538}" destId="{0F51AD6C-C409-4477-B774-E83AB471B65D}" srcOrd="0" destOrd="0" presId="urn:microsoft.com/office/officeart/2018/2/layout/IconLabelList"/>
    <dgm:cxn modelId="{48F65616-4A40-4B6E-95FC-2C4211C3BE59}" type="presParOf" srcId="{ED6A7D32-71C5-44A7-BFB8-2191A4771538}" destId="{B82343C3-4550-41A9-98E8-AD48FF71FD6A}" srcOrd="1" destOrd="0" presId="urn:microsoft.com/office/officeart/2018/2/layout/IconLabelList"/>
    <dgm:cxn modelId="{A4D537AA-1D34-4671-8C74-11FC28A38F98}" type="presParOf" srcId="{ED6A7D32-71C5-44A7-BFB8-2191A4771538}" destId="{EF5BB1B6-23F5-4829-83C8-6A5116F473E4}" srcOrd="2" destOrd="0" presId="urn:microsoft.com/office/officeart/2018/2/layout/IconLabelList"/>
    <dgm:cxn modelId="{AAB19ACC-6FB1-4A3A-84CD-495807F70ACD}" type="presParOf" srcId="{B05D492C-66DA-41D2-B5D8-9C70682DC789}" destId="{09634030-E712-4378-BFC6-D5393882C728}" srcOrd="3" destOrd="0" presId="urn:microsoft.com/office/officeart/2018/2/layout/IconLabelList"/>
    <dgm:cxn modelId="{09EDA419-9466-4600-B8D7-C54C50D4A39D}" type="presParOf" srcId="{B05D492C-66DA-41D2-B5D8-9C70682DC789}" destId="{18F42BB2-6692-45DA-96A6-7417FA02B436}" srcOrd="4" destOrd="0" presId="urn:microsoft.com/office/officeart/2018/2/layout/IconLabelList"/>
    <dgm:cxn modelId="{3AFAED9F-D6A7-4081-9BD1-AA17C3637D95}" type="presParOf" srcId="{18F42BB2-6692-45DA-96A6-7417FA02B436}" destId="{BAA1C7AC-1326-4983-ABB6-A3264495A9A3}" srcOrd="0" destOrd="0" presId="urn:microsoft.com/office/officeart/2018/2/layout/IconLabelList"/>
    <dgm:cxn modelId="{730A6624-85C5-453B-83EB-0A8281285289}" type="presParOf" srcId="{18F42BB2-6692-45DA-96A6-7417FA02B436}" destId="{AB2FE854-BE10-4050-89C9-DA9EF68472C3}" srcOrd="1" destOrd="0" presId="urn:microsoft.com/office/officeart/2018/2/layout/IconLabelList"/>
    <dgm:cxn modelId="{7500B279-1F90-4C46-BAAC-C3E3E4C8A061}" type="presParOf" srcId="{18F42BB2-6692-45DA-96A6-7417FA02B436}" destId="{BB438393-2199-44CE-9125-88DC1B167D4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6F169F-54E1-4596-B793-2B34260D99B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B4C846F-692F-49C3-B979-0FCAD00025A2}">
      <dgm:prSet/>
      <dgm:spPr/>
      <dgm:t>
        <a:bodyPr/>
        <a:lstStyle/>
        <a:p>
          <a:pPr>
            <a:defRPr cap="all"/>
          </a:pPr>
          <a:r>
            <a:rPr lang="es-ES"/>
            <a:t>Las visualizaciones facilitan la comprensión de patrones de rendimiento.</a:t>
          </a:r>
          <a:endParaRPr lang="en-US"/>
        </a:p>
      </dgm:t>
    </dgm:pt>
    <dgm:pt modelId="{F99A04FC-E9BE-47C5-8B51-8697F6AB1FD6}" type="parTrans" cxnId="{3F19D06B-C138-4571-A55E-84F998BFAEAE}">
      <dgm:prSet/>
      <dgm:spPr/>
      <dgm:t>
        <a:bodyPr/>
        <a:lstStyle/>
        <a:p>
          <a:endParaRPr lang="en-US"/>
        </a:p>
      </dgm:t>
    </dgm:pt>
    <dgm:pt modelId="{073724A9-D89F-4EFB-96CF-EA179E8A2A38}" type="sibTrans" cxnId="{3F19D06B-C138-4571-A55E-84F998BFAEAE}">
      <dgm:prSet/>
      <dgm:spPr/>
      <dgm:t>
        <a:bodyPr/>
        <a:lstStyle/>
        <a:p>
          <a:endParaRPr lang="en-US"/>
        </a:p>
      </dgm:t>
    </dgm:pt>
    <dgm:pt modelId="{62703A3A-E35D-4916-9C2D-C24C377B8C7E}">
      <dgm:prSet/>
      <dgm:spPr/>
      <dgm:t>
        <a:bodyPr/>
        <a:lstStyle/>
        <a:p>
          <a:pPr>
            <a:defRPr cap="all"/>
          </a:pPr>
          <a:r>
            <a:rPr lang="es-ES"/>
            <a:t>- El proyecto combina programación, estadística y fútbol para un análisis profesional de LaLiga.</a:t>
          </a:r>
          <a:endParaRPr lang="en-US"/>
        </a:p>
      </dgm:t>
    </dgm:pt>
    <dgm:pt modelId="{0F9C55D0-17B6-4594-B23F-2E66A8C44C45}" type="parTrans" cxnId="{D8350429-67DE-4B8B-A034-669F81485E32}">
      <dgm:prSet/>
      <dgm:spPr/>
      <dgm:t>
        <a:bodyPr/>
        <a:lstStyle/>
        <a:p>
          <a:endParaRPr lang="en-US"/>
        </a:p>
      </dgm:t>
    </dgm:pt>
    <dgm:pt modelId="{9D58E637-9AD7-432C-A806-09AD89501980}" type="sibTrans" cxnId="{D8350429-67DE-4B8B-A034-669F81485E32}">
      <dgm:prSet/>
      <dgm:spPr/>
      <dgm:t>
        <a:bodyPr/>
        <a:lstStyle/>
        <a:p>
          <a:endParaRPr lang="en-US"/>
        </a:p>
      </dgm:t>
    </dgm:pt>
    <dgm:pt modelId="{9302C84D-301F-42B4-B870-1371C769A301}" type="pres">
      <dgm:prSet presAssocID="{036F169F-54E1-4596-B793-2B34260D99BA}" presName="root" presStyleCnt="0">
        <dgm:presLayoutVars>
          <dgm:dir/>
          <dgm:resizeHandles val="exact"/>
        </dgm:presLayoutVars>
      </dgm:prSet>
      <dgm:spPr/>
    </dgm:pt>
    <dgm:pt modelId="{D33140CA-A555-48F9-AA52-861E88351A8D}" type="pres">
      <dgm:prSet presAssocID="{3B4C846F-692F-49C3-B979-0FCAD00025A2}" presName="compNode" presStyleCnt="0"/>
      <dgm:spPr/>
    </dgm:pt>
    <dgm:pt modelId="{3A76A74F-0208-4EE8-9B05-36C6FE6A1410}" type="pres">
      <dgm:prSet presAssocID="{3B4C846F-692F-49C3-B979-0FCAD00025A2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04A72CD9-BAD6-4546-B511-2F12BDC3758A}" type="pres">
      <dgm:prSet presAssocID="{3B4C846F-692F-49C3-B979-0FCAD00025A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la de clases"/>
        </a:ext>
      </dgm:extLst>
    </dgm:pt>
    <dgm:pt modelId="{92A0F4C4-9767-47EA-854C-2CDF9E04C726}" type="pres">
      <dgm:prSet presAssocID="{3B4C846F-692F-49C3-B979-0FCAD00025A2}" presName="spaceRect" presStyleCnt="0"/>
      <dgm:spPr/>
    </dgm:pt>
    <dgm:pt modelId="{D27EB539-503C-445E-AB48-5FC16B2499BD}" type="pres">
      <dgm:prSet presAssocID="{3B4C846F-692F-49C3-B979-0FCAD00025A2}" presName="textRect" presStyleLbl="revTx" presStyleIdx="0" presStyleCnt="2">
        <dgm:presLayoutVars>
          <dgm:chMax val="1"/>
          <dgm:chPref val="1"/>
        </dgm:presLayoutVars>
      </dgm:prSet>
      <dgm:spPr/>
    </dgm:pt>
    <dgm:pt modelId="{253E5398-EA3B-4381-BF3A-DFA05C12E0FD}" type="pres">
      <dgm:prSet presAssocID="{073724A9-D89F-4EFB-96CF-EA179E8A2A38}" presName="sibTrans" presStyleCnt="0"/>
      <dgm:spPr/>
    </dgm:pt>
    <dgm:pt modelId="{4A99C1FC-79E7-4E71-9F25-D9F89A3EA0C9}" type="pres">
      <dgm:prSet presAssocID="{62703A3A-E35D-4916-9C2D-C24C377B8C7E}" presName="compNode" presStyleCnt="0"/>
      <dgm:spPr/>
    </dgm:pt>
    <dgm:pt modelId="{FF89E378-586D-46C2-98BF-E4FC04DAAE01}" type="pres">
      <dgm:prSet presAssocID="{62703A3A-E35D-4916-9C2D-C24C377B8C7E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20D3454B-0BA7-4669-84AE-6897662E2A98}" type="pres">
      <dgm:prSet presAssocID="{62703A3A-E35D-4916-9C2D-C24C377B8C7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ón de fútbol"/>
        </a:ext>
      </dgm:extLst>
    </dgm:pt>
    <dgm:pt modelId="{DB261018-2F98-4D7B-A0A7-CE759A21848B}" type="pres">
      <dgm:prSet presAssocID="{62703A3A-E35D-4916-9C2D-C24C377B8C7E}" presName="spaceRect" presStyleCnt="0"/>
      <dgm:spPr/>
    </dgm:pt>
    <dgm:pt modelId="{38A5630D-C558-41E8-B637-8EB4EDD89762}" type="pres">
      <dgm:prSet presAssocID="{62703A3A-E35D-4916-9C2D-C24C377B8C7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8350429-67DE-4B8B-A034-669F81485E32}" srcId="{036F169F-54E1-4596-B793-2B34260D99BA}" destId="{62703A3A-E35D-4916-9C2D-C24C377B8C7E}" srcOrd="1" destOrd="0" parTransId="{0F9C55D0-17B6-4594-B23F-2E66A8C44C45}" sibTransId="{9D58E637-9AD7-432C-A806-09AD89501980}"/>
    <dgm:cxn modelId="{62594232-0AA3-4B27-BE67-5795A372395C}" type="presOf" srcId="{62703A3A-E35D-4916-9C2D-C24C377B8C7E}" destId="{38A5630D-C558-41E8-B637-8EB4EDD89762}" srcOrd="0" destOrd="0" presId="urn:microsoft.com/office/officeart/2018/5/layout/IconLeafLabelList"/>
    <dgm:cxn modelId="{F869F55F-BEE1-4E08-8199-3832F9ECF880}" type="presOf" srcId="{3B4C846F-692F-49C3-B979-0FCAD00025A2}" destId="{D27EB539-503C-445E-AB48-5FC16B2499BD}" srcOrd="0" destOrd="0" presId="urn:microsoft.com/office/officeart/2018/5/layout/IconLeafLabelList"/>
    <dgm:cxn modelId="{3F19D06B-C138-4571-A55E-84F998BFAEAE}" srcId="{036F169F-54E1-4596-B793-2B34260D99BA}" destId="{3B4C846F-692F-49C3-B979-0FCAD00025A2}" srcOrd="0" destOrd="0" parTransId="{F99A04FC-E9BE-47C5-8B51-8697F6AB1FD6}" sibTransId="{073724A9-D89F-4EFB-96CF-EA179E8A2A38}"/>
    <dgm:cxn modelId="{88EE3DB0-C893-4A49-9D4E-C534E11C4F13}" type="presOf" srcId="{036F169F-54E1-4596-B793-2B34260D99BA}" destId="{9302C84D-301F-42B4-B870-1371C769A301}" srcOrd="0" destOrd="0" presId="urn:microsoft.com/office/officeart/2018/5/layout/IconLeafLabelList"/>
    <dgm:cxn modelId="{504B6E9F-9863-493F-B13B-D3C2EEC9E9F0}" type="presParOf" srcId="{9302C84D-301F-42B4-B870-1371C769A301}" destId="{D33140CA-A555-48F9-AA52-861E88351A8D}" srcOrd="0" destOrd="0" presId="urn:microsoft.com/office/officeart/2018/5/layout/IconLeafLabelList"/>
    <dgm:cxn modelId="{46C0AD8E-6E64-45B6-830D-3AE87C6013F9}" type="presParOf" srcId="{D33140CA-A555-48F9-AA52-861E88351A8D}" destId="{3A76A74F-0208-4EE8-9B05-36C6FE6A1410}" srcOrd="0" destOrd="0" presId="urn:microsoft.com/office/officeart/2018/5/layout/IconLeafLabelList"/>
    <dgm:cxn modelId="{43F957C8-9CED-4F2E-A232-05B5BF4C3ACE}" type="presParOf" srcId="{D33140CA-A555-48F9-AA52-861E88351A8D}" destId="{04A72CD9-BAD6-4546-B511-2F12BDC3758A}" srcOrd="1" destOrd="0" presId="urn:microsoft.com/office/officeart/2018/5/layout/IconLeafLabelList"/>
    <dgm:cxn modelId="{486728BE-BBD2-4A8D-AD02-9ABAED1D1591}" type="presParOf" srcId="{D33140CA-A555-48F9-AA52-861E88351A8D}" destId="{92A0F4C4-9767-47EA-854C-2CDF9E04C726}" srcOrd="2" destOrd="0" presId="urn:microsoft.com/office/officeart/2018/5/layout/IconLeafLabelList"/>
    <dgm:cxn modelId="{24ED17A7-6C36-4705-822D-FE5952520F87}" type="presParOf" srcId="{D33140CA-A555-48F9-AA52-861E88351A8D}" destId="{D27EB539-503C-445E-AB48-5FC16B2499BD}" srcOrd="3" destOrd="0" presId="urn:microsoft.com/office/officeart/2018/5/layout/IconLeafLabelList"/>
    <dgm:cxn modelId="{F2BD44B7-0692-4AB3-A6C0-2B26D3B0E2AB}" type="presParOf" srcId="{9302C84D-301F-42B4-B870-1371C769A301}" destId="{253E5398-EA3B-4381-BF3A-DFA05C12E0FD}" srcOrd="1" destOrd="0" presId="urn:microsoft.com/office/officeart/2018/5/layout/IconLeafLabelList"/>
    <dgm:cxn modelId="{DE5216D2-5FBD-4A43-B48C-6B52D512F44D}" type="presParOf" srcId="{9302C84D-301F-42B4-B870-1371C769A301}" destId="{4A99C1FC-79E7-4E71-9F25-D9F89A3EA0C9}" srcOrd="2" destOrd="0" presId="urn:microsoft.com/office/officeart/2018/5/layout/IconLeafLabelList"/>
    <dgm:cxn modelId="{9BE323FB-0733-42E5-8E18-46DABE6A39C5}" type="presParOf" srcId="{4A99C1FC-79E7-4E71-9F25-D9F89A3EA0C9}" destId="{FF89E378-586D-46C2-98BF-E4FC04DAAE01}" srcOrd="0" destOrd="0" presId="urn:microsoft.com/office/officeart/2018/5/layout/IconLeafLabelList"/>
    <dgm:cxn modelId="{EA067C62-F552-4D13-B28E-394819DE2FC0}" type="presParOf" srcId="{4A99C1FC-79E7-4E71-9F25-D9F89A3EA0C9}" destId="{20D3454B-0BA7-4669-84AE-6897662E2A98}" srcOrd="1" destOrd="0" presId="urn:microsoft.com/office/officeart/2018/5/layout/IconLeafLabelList"/>
    <dgm:cxn modelId="{252BE2CE-8529-45B4-AFAE-BE25BA124004}" type="presParOf" srcId="{4A99C1FC-79E7-4E71-9F25-D9F89A3EA0C9}" destId="{DB261018-2F98-4D7B-A0A7-CE759A21848B}" srcOrd="2" destOrd="0" presId="urn:microsoft.com/office/officeart/2018/5/layout/IconLeafLabelList"/>
    <dgm:cxn modelId="{B29503F5-6B92-4C85-8824-FC53D6A507AF}" type="presParOf" srcId="{4A99C1FC-79E7-4E71-9F25-D9F89A3EA0C9}" destId="{38A5630D-C558-41E8-B637-8EB4EDD8976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DB4799-5BC5-4557-92AE-78B0F2B35959}">
      <dsp:nvSpPr>
        <dsp:cNvPr id="0" name=""/>
        <dsp:cNvSpPr/>
      </dsp:nvSpPr>
      <dsp:spPr>
        <a:xfrm>
          <a:off x="0" y="687"/>
          <a:ext cx="6034656" cy="16088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6EE2EE-B809-429B-9420-A2DC3A80F05E}">
      <dsp:nvSpPr>
        <dsp:cNvPr id="0" name=""/>
        <dsp:cNvSpPr/>
      </dsp:nvSpPr>
      <dsp:spPr>
        <a:xfrm>
          <a:off x="486668" y="362672"/>
          <a:ext cx="884852" cy="8848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F155AF-6BBE-4240-A354-9597BA89EF22}">
      <dsp:nvSpPr>
        <dsp:cNvPr id="0" name=""/>
        <dsp:cNvSpPr/>
      </dsp:nvSpPr>
      <dsp:spPr>
        <a:xfrm>
          <a:off x="1858190" y="687"/>
          <a:ext cx="4176465" cy="1608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267" tIns="170267" rIns="170267" bIns="17026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Recolectar datos de equipos y jugadores de LaLiga en un formato adecuado para su análisis.</a:t>
          </a:r>
        </a:p>
      </dsp:txBody>
      <dsp:txXfrm>
        <a:off x="1858190" y="687"/>
        <a:ext cx="4176465" cy="1608822"/>
      </dsp:txXfrm>
    </dsp:sp>
    <dsp:sp modelId="{25562EE5-1C77-422C-B9C4-477038764781}">
      <dsp:nvSpPr>
        <dsp:cNvPr id="0" name=""/>
        <dsp:cNvSpPr/>
      </dsp:nvSpPr>
      <dsp:spPr>
        <a:xfrm>
          <a:off x="0" y="2011715"/>
          <a:ext cx="6034656" cy="16088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60306-92EC-46DC-AC4B-8E957E18E9C2}">
      <dsp:nvSpPr>
        <dsp:cNvPr id="0" name=""/>
        <dsp:cNvSpPr/>
      </dsp:nvSpPr>
      <dsp:spPr>
        <a:xfrm>
          <a:off x="486668" y="2373700"/>
          <a:ext cx="884852" cy="8848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AC96F-838F-4A91-B506-2B69E8EB0A33}">
      <dsp:nvSpPr>
        <dsp:cNvPr id="0" name=""/>
        <dsp:cNvSpPr/>
      </dsp:nvSpPr>
      <dsp:spPr>
        <a:xfrm>
          <a:off x="1858190" y="2011715"/>
          <a:ext cx="4176465" cy="1608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267" tIns="170267" rIns="170267" bIns="17026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Comparar el rendimiento de los equipos a partir de métricas clave como goles, victorias y derrotas.</a:t>
          </a:r>
        </a:p>
      </dsp:txBody>
      <dsp:txXfrm>
        <a:off x="1858190" y="2011715"/>
        <a:ext cx="4176465" cy="1608822"/>
      </dsp:txXfrm>
    </dsp:sp>
    <dsp:sp modelId="{52CA24EC-1D27-47CB-9D45-DE4E3D61AF1B}">
      <dsp:nvSpPr>
        <dsp:cNvPr id="0" name=""/>
        <dsp:cNvSpPr/>
      </dsp:nvSpPr>
      <dsp:spPr>
        <a:xfrm>
          <a:off x="0" y="4022743"/>
          <a:ext cx="6034656" cy="16088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35253A-9D04-462B-9E07-9CFC9424FF20}">
      <dsp:nvSpPr>
        <dsp:cNvPr id="0" name=""/>
        <dsp:cNvSpPr/>
      </dsp:nvSpPr>
      <dsp:spPr>
        <a:xfrm>
          <a:off x="486668" y="4384728"/>
          <a:ext cx="884852" cy="8848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4BDB2-9635-4F89-BC5D-B7CC038D0052}">
      <dsp:nvSpPr>
        <dsp:cNvPr id="0" name=""/>
        <dsp:cNvSpPr/>
      </dsp:nvSpPr>
      <dsp:spPr>
        <a:xfrm>
          <a:off x="1858190" y="4022743"/>
          <a:ext cx="4176465" cy="1608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267" tIns="170267" rIns="170267" bIns="17026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Generar visualizaciones que faciliten la interpretación de los datos y los hallazgos del análisis.</a:t>
          </a:r>
        </a:p>
      </dsp:txBody>
      <dsp:txXfrm>
        <a:off x="1858190" y="4022743"/>
        <a:ext cx="4176465" cy="16088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750B1-E725-4134-9642-B4A1EA8ED930}">
      <dsp:nvSpPr>
        <dsp:cNvPr id="0" name=""/>
        <dsp:cNvSpPr/>
      </dsp:nvSpPr>
      <dsp:spPr>
        <a:xfrm>
          <a:off x="0" y="4400"/>
          <a:ext cx="6034656" cy="9372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B43E79-1ABB-4C56-9938-D28B477FB646}">
      <dsp:nvSpPr>
        <dsp:cNvPr id="0" name=""/>
        <dsp:cNvSpPr/>
      </dsp:nvSpPr>
      <dsp:spPr>
        <a:xfrm>
          <a:off x="283515" y="215279"/>
          <a:ext cx="515483" cy="5154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7E658-40A9-4ABD-9210-85A360948C05}">
      <dsp:nvSpPr>
        <dsp:cNvPr id="0" name=""/>
        <dsp:cNvSpPr/>
      </dsp:nvSpPr>
      <dsp:spPr>
        <a:xfrm>
          <a:off x="1082514" y="4400"/>
          <a:ext cx="4952141" cy="937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191" tIns="99191" rIns="99191" bIns="991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Lenguaje principal: Python</a:t>
          </a:r>
        </a:p>
      </dsp:txBody>
      <dsp:txXfrm>
        <a:off x="1082514" y="4400"/>
        <a:ext cx="4952141" cy="937242"/>
      </dsp:txXfrm>
    </dsp:sp>
    <dsp:sp modelId="{87005358-5304-464F-8F8D-F32CB6797F44}">
      <dsp:nvSpPr>
        <dsp:cNvPr id="0" name=""/>
        <dsp:cNvSpPr/>
      </dsp:nvSpPr>
      <dsp:spPr>
        <a:xfrm>
          <a:off x="0" y="1175953"/>
          <a:ext cx="6034656" cy="9372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EEF93F-BC24-496B-AAF2-8AAB17E7E5FA}">
      <dsp:nvSpPr>
        <dsp:cNvPr id="0" name=""/>
        <dsp:cNvSpPr/>
      </dsp:nvSpPr>
      <dsp:spPr>
        <a:xfrm>
          <a:off x="283515" y="1386832"/>
          <a:ext cx="515483" cy="5154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DBFFD-496E-48EC-A125-5CFD6C664ED3}">
      <dsp:nvSpPr>
        <dsp:cNvPr id="0" name=""/>
        <dsp:cNvSpPr/>
      </dsp:nvSpPr>
      <dsp:spPr>
        <a:xfrm>
          <a:off x="1082514" y="1175953"/>
          <a:ext cx="4952141" cy="937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191" tIns="99191" rIns="99191" bIns="991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Librerías utilizadas:</a:t>
          </a:r>
        </a:p>
      </dsp:txBody>
      <dsp:txXfrm>
        <a:off x="1082514" y="1175953"/>
        <a:ext cx="4952141" cy="937242"/>
      </dsp:txXfrm>
    </dsp:sp>
    <dsp:sp modelId="{3C545D1E-DFE9-4005-946E-63C3ACE927C1}">
      <dsp:nvSpPr>
        <dsp:cNvPr id="0" name=""/>
        <dsp:cNvSpPr/>
      </dsp:nvSpPr>
      <dsp:spPr>
        <a:xfrm>
          <a:off x="0" y="2347505"/>
          <a:ext cx="6034656" cy="9372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4145BE-4BC1-42BB-A0EF-80AD31793AC9}">
      <dsp:nvSpPr>
        <dsp:cNvPr id="0" name=""/>
        <dsp:cNvSpPr/>
      </dsp:nvSpPr>
      <dsp:spPr>
        <a:xfrm>
          <a:off x="283515" y="2558385"/>
          <a:ext cx="515483" cy="5154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2FED5-2FE6-4D5B-9324-C872C142A672}">
      <dsp:nvSpPr>
        <dsp:cNvPr id="0" name=""/>
        <dsp:cNvSpPr/>
      </dsp:nvSpPr>
      <dsp:spPr>
        <a:xfrm>
          <a:off x="1082514" y="2347505"/>
          <a:ext cx="4952141" cy="937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191" tIns="99191" rIns="99191" bIns="991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Pandas: lectura y manejo de datos.</a:t>
          </a:r>
        </a:p>
      </dsp:txBody>
      <dsp:txXfrm>
        <a:off x="1082514" y="2347505"/>
        <a:ext cx="4952141" cy="937242"/>
      </dsp:txXfrm>
    </dsp:sp>
    <dsp:sp modelId="{EB3ED096-7BA8-4681-83A3-508D0CB5C0AD}">
      <dsp:nvSpPr>
        <dsp:cNvPr id="0" name=""/>
        <dsp:cNvSpPr/>
      </dsp:nvSpPr>
      <dsp:spPr>
        <a:xfrm>
          <a:off x="0" y="3519058"/>
          <a:ext cx="6034656" cy="9372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025DD0-72FD-4B41-BE5A-20E4D7719F5B}">
      <dsp:nvSpPr>
        <dsp:cNvPr id="0" name=""/>
        <dsp:cNvSpPr/>
      </dsp:nvSpPr>
      <dsp:spPr>
        <a:xfrm>
          <a:off x="283515" y="3729938"/>
          <a:ext cx="515483" cy="5154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95888-5B88-461B-9876-8AF73F0B3688}">
      <dsp:nvSpPr>
        <dsp:cNvPr id="0" name=""/>
        <dsp:cNvSpPr/>
      </dsp:nvSpPr>
      <dsp:spPr>
        <a:xfrm>
          <a:off x="1082514" y="3519058"/>
          <a:ext cx="4952141" cy="937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191" tIns="99191" rIns="99191" bIns="991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Matplotlib: creación de gráficos y visualizaciones.</a:t>
          </a:r>
        </a:p>
      </dsp:txBody>
      <dsp:txXfrm>
        <a:off x="1082514" y="3519058"/>
        <a:ext cx="4952141" cy="937242"/>
      </dsp:txXfrm>
    </dsp:sp>
    <dsp:sp modelId="{AC2C4502-45B3-4305-9281-07B726E5C6CB}">
      <dsp:nvSpPr>
        <dsp:cNvPr id="0" name=""/>
        <dsp:cNvSpPr/>
      </dsp:nvSpPr>
      <dsp:spPr>
        <a:xfrm>
          <a:off x="0" y="4690611"/>
          <a:ext cx="6034656" cy="9372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584500-69B1-4645-8000-0E02C0ED1617}">
      <dsp:nvSpPr>
        <dsp:cNvPr id="0" name=""/>
        <dsp:cNvSpPr/>
      </dsp:nvSpPr>
      <dsp:spPr>
        <a:xfrm>
          <a:off x="283515" y="4901491"/>
          <a:ext cx="515483" cy="5154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2C954-EE69-4072-85E3-A9E0AB4A6ACC}">
      <dsp:nvSpPr>
        <dsp:cNvPr id="0" name=""/>
        <dsp:cNvSpPr/>
      </dsp:nvSpPr>
      <dsp:spPr>
        <a:xfrm>
          <a:off x="1082514" y="4690611"/>
          <a:ext cx="4952141" cy="937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191" tIns="99191" rIns="99191" bIns="9919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- Seaborn: gráficos estadísticos detallados y atractivos.</a:t>
          </a:r>
        </a:p>
      </dsp:txBody>
      <dsp:txXfrm>
        <a:off x="1082514" y="4690611"/>
        <a:ext cx="4952141" cy="9372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8D2FEF-52AE-468D-AE3E-86EC9C11254E}">
      <dsp:nvSpPr>
        <dsp:cNvPr id="0" name=""/>
        <dsp:cNvSpPr/>
      </dsp:nvSpPr>
      <dsp:spPr>
        <a:xfrm>
          <a:off x="891789" y="793573"/>
          <a:ext cx="1244732" cy="12447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AF9539-963F-499A-A77A-CB38FF5C12B3}">
      <dsp:nvSpPr>
        <dsp:cNvPr id="0" name=""/>
        <dsp:cNvSpPr/>
      </dsp:nvSpPr>
      <dsp:spPr>
        <a:xfrm>
          <a:off x="131119" y="2385073"/>
          <a:ext cx="276607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Identificar equipos más consistentes y jugadores más destacados.</a:t>
          </a:r>
        </a:p>
      </dsp:txBody>
      <dsp:txXfrm>
        <a:off x="131119" y="2385073"/>
        <a:ext cx="2766073" cy="720000"/>
      </dsp:txXfrm>
    </dsp:sp>
    <dsp:sp modelId="{0F51AD6C-C409-4477-B774-E83AB471B65D}">
      <dsp:nvSpPr>
        <dsp:cNvPr id="0" name=""/>
        <dsp:cNvSpPr/>
      </dsp:nvSpPr>
      <dsp:spPr>
        <a:xfrm>
          <a:off x="4141925" y="793573"/>
          <a:ext cx="1244732" cy="12447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BB1B6-23F5-4829-83C8-6A5116F473E4}">
      <dsp:nvSpPr>
        <dsp:cNvPr id="0" name=""/>
        <dsp:cNvSpPr/>
      </dsp:nvSpPr>
      <dsp:spPr>
        <a:xfrm>
          <a:off x="3381255" y="2385073"/>
          <a:ext cx="276607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Obtener gráficos claros del rendimiento de cada club.</a:t>
          </a:r>
        </a:p>
      </dsp:txBody>
      <dsp:txXfrm>
        <a:off x="3381255" y="2385073"/>
        <a:ext cx="2766073" cy="720000"/>
      </dsp:txXfrm>
    </dsp:sp>
    <dsp:sp modelId="{BAA1C7AC-1326-4983-ABB6-A3264495A9A3}">
      <dsp:nvSpPr>
        <dsp:cNvPr id="0" name=""/>
        <dsp:cNvSpPr/>
      </dsp:nvSpPr>
      <dsp:spPr>
        <a:xfrm>
          <a:off x="7392061" y="793573"/>
          <a:ext cx="1244732" cy="12447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38393-2199-44CE-9125-88DC1B167D4D}">
      <dsp:nvSpPr>
        <dsp:cNvPr id="0" name=""/>
        <dsp:cNvSpPr/>
      </dsp:nvSpPr>
      <dsp:spPr>
        <a:xfrm>
          <a:off x="6631391" y="2385073"/>
          <a:ext cx="276607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Desarrollar una base de análisis predictivo para temporadas futuras.</a:t>
          </a:r>
        </a:p>
      </dsp:txBody>
      <dsp:txXfrm>
        <a:off x="6631391" y="2385073"/>
        <a:ext cx="2766073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6A74F-0208-4EE8-9B05-36C6FE6A1410}">
      <dsp:nvSpPr>
        <dsp:cNvPr id="0" name=""/>
        <dsp:cNvSpPr/>
      </dsp:nvSpPr>
      <dsp:spPr>
        <a:xfrm>
          <a:off x="1551292" y="149323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A72CD9-BAD6-4546-B511-2F12BDC3758A}">
      <dsp:nvSpPr>
        <dsp:cNvPr id="0" name=""/>
        <dsp:cNvSpPr/>
      </dsp:nvSpPr>
      <dsp:spPr>
        <a:xfrm>
          <a:off x="2019292" y="617323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EB539-503C-445E-AB48-5FC16B2499BD}">
      <dsp:nvSpPr>
        <dsp:cNvPr id="0" name=""/>
        <dsp:cNvSpPr/>
      </dsp:nvSpPr>
      <dsp:spPr>
        <a:xfrm>
          <a:off x="849292" y="3029323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200" kern="1200"/>
            <a:t>Las visualizaciones facilitan la comprensión de patrones de rendimiento.</a:t>
          </a:r>
          <a:endParaRPr lang="en-US" sz="1200" kern="1200"/>
        </a:p>
      </dsp:txBody>
      <dsp:txXfrm>
        <a:off x="849292" y="3029323"/>
        <a:ext cx="3600000" cy="720000"/>
      </dsp:txXfrm>
    </dsp:sp>
    <dsp:sp modelId="{FF89E378-586D-46C2-98BF-E4FC04DAAE01}">
      <dsp:nvSpPr>
        <dsp:cNvPr id="0" name=""/>
        <dsp:cNvSpPr/>
      </dsp:nvSpPr>
      <dsp:spPr>
        <a:xfrm>
          <a:off x="5781292" y="149323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D3454B-0BA7-4669-84AE-6897662E2A98}">
      <dsp:nvSpPr>
        <dsp:cNvPr id="0" name=""/>
        <dsp:cNvSpPr/>
      </dsp:nvSpPr>
      <dsp:spPr>
        <a:xfrm>
          <a:off x="6249292" y="617323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5630D-C558-41E8-B637-8EB4EDD89762}">
      <dsp:nvSpPr>
        <dsp:cNvPr id="0" name=""/>
        <dsp:cNvSpPr/>
      </dsp:nvSpPr>
      <dsp:spPr>
        <a:xfrm>
          <a:off x="5079292" y="3029323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200" kern="1200"/>
            <a:t>- El proyecto combina programación, estadística y fútbol para un análisis profesional de LaLiga.</a:t>
          </a:r>
          <a:endParaRPr lang="en-US" sz="1200" kern="1200"/>
        </a:p>
      </dsp:txBody>
      <dsp:txXfrm>
        <a:off x="5079292" y="3029323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18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5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22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5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94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22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02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41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9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0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400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3">
            <a:extLst>
              <a:ext uri="{FF2B5EF4-FFF2-40B4-BE49-F238E27FC236}">
                <a16:creationId xmlns:a16="http://schemas.microsoft.com/office/drawing/2014/main" id="{B53FDBB3-AAE5-81B2-90E1-2F51061F6F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2" name="Rectangle">
            <a:extLst>
              <a:ext uri="{FF2B5EF4-FFF2-40B4-BE49-F238E27FC236}">
                <a16:creationId xmlns:a16="http://schemas.microsoft.com/office/drawing/2014/main" id="{9F0EA5A9-0D12-3644-BBEC-6D9D192EB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4755908" cy="6858001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0760CF-FE96-9D7E-8920-C0087D7F0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1" y="1247140"/>
            <a:ext cx="3609982" cy="3450844"/>
          </a:xfrm>
        </p:spPr>
        <p:txBody>
          <a:bodyPr>
            <a:normAutofit/>
          </a:bodyPr>
          <a:lstStyle/>
          <a:p>
            <a:r>
              <a:rPr lang="en-US" sz="4800"/>
              <a:t>LaLiga</a:t>
            </a:r>
            <a:r>
              <a:rPr lang="en-US" sz="4800" spc="-145"/>
              <a:t> </a:t>
            </a:r>
            <a:r>
              <a:rPr lang="en-US" sz="4800"/>
              <a:t>Insights</a:t>
            </a:r>
            <a:r>
              <a:rPr lang="en-US" sz="4800" spc="-130"/>
              <a:t> </a:t>
            </a:r>
            <a:r>
              <a:rPr lang="en-US" sz="4800" spc="-25"/>
              <a:t>Pro</a:t>
            </a:r>
            <a:endParaRPr lang="es-CO" sz="48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80FEA5-7606-A1E3-C959-ADC34AA410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1" y="4818126"/>
            <a:ext cx="3609982" cy="1268984"/>
          </a:xfrm>
        </p:spPr>
        <p:txBody>
          <a:bodyPr>
            <a:normAutofit/>
          </a:bodyPr>
          <a:lstStyle/>
          <a:p>
            <a:pPr marL="127000">
              <a:lnSpc>
                <a:spcPct val="100000"/>
              </a:lnSpc>
              <a:tabLst>
                <a:tab pos="355600" algn="l"/>
              </a:tabLst>
            </a:pPr>
            <a:r>
              <a:rPr lang="en-US" sz="1300" spc="-10" dirty="0"/>
              <a:t>INTEGRATES:</a:t>
            </a:r>
            <a:endParaRPr lang="en-US" sz="1300" dirty="0"/>
          </a:p>
          <a:p>
            <a:pPr marL="355600" indent="-228600">
              <a:lnSpc>
                <a:spcPct val="100000"/>
              </a:lnSpc>
              <a:spcBef>
                <a:spcPts val="740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300" spc="-10" dirty="0"/>
              <a:t>Bayron</a:t>
            </a:r>
            <a:r>
              <a:rPr lang="en-US" sz="1300" spc="-70" dirty="0"/>
              <a:t> </a:t>
            </a:r>
            <a:r>
              <a:rPr lang="en-US" sz="1300" spc="-10" dirty="0"/>
              <a:t>Franco</a:t>
            </a:r>
            <a:endParaRPr lang="en-US" sz="1300" dirty="0"/>
          </a:p>
          <a:p>
            <a:pPr marL="355600" indent="-228600">
              <a:lnSpc>
                <a:spcPct val="100000"/>
              </a:lnSpc>
              <a:spcBef>
                <a:spcPts val="81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300" dirty="0"/>
              <a:t>Andrés</a:t>
            </a:r>
            <a:r>
              <a:rPr lang="en-US" sz="1300" spc="-85" dirty="0"/>
              <a:t> </a:t>
            </a:r>
            <a:r>
              <a:rPr lang="en-US" sz="1300" dirty="0"/>
              <a:t>Felipe</a:t>
            </a:r>
            <a:r>
              <a:rPr lang="en-US" sz="1300" spc="-50" dirty="0"/>
              <a:t> </a:t>
            </a:r>
            <a:r>
              <a:rPr lang="en-US" sz="1300" spc="-10" dirty="0"/>
              <a:t>Mambuscay</a:t>
            </a:r>
            <a:endParaRPr lang="en-US" sz="1300" dirty="0"/>
          </a:p>
          <a:p>
            <a:pPr marL="355600" indent="-228600">
              <a:lnSpc>
                <a:spcPct val="100000"/>
              </a:lnSpc>
              <a:spcBef>
                <a:spcPts val="74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1300" dirty="0"/>
              <a:t>Andrés</a:t>
            </a:r>
            <a:r>
              <a:rPr lang="en-US" sz="1300" spc="-90" dirty="0"/>
              <a:t> </a:t>
            </a:r>
            <a:r>
              <a:rPr lang="en-US" sz="1300" spc="-10" dirty="0"/>
              <a:t>Fonseca</a:t>
            </a:r>
            <a:endParaRPr lang="en-US" sz="1300" dirty="0"/>
          </a:p>
          <a:p>
            <a:pPr>
              <a:lnSpc>
                <a:spcPct val="100000"/>
              </a:lnSpc>
            </a:pPr>
            <a:endParaRPr lang="es-CO" sz="13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0282" y="1375495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0281" y="0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53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2172D1-7473-95D1-FFE6-72C10EED3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8462" y="455362"/>
            <a:ext cx="3683467" cy="1550419"/>
          </a:xfrm>
        </p:spPr>
        <p:txBody>
          <a:bodyPr>
            <a:normAutofit/>
          </a:bodyPr>
          <a:lstStyle/>
          <a:p>
            <a:r>
              <a:rPr lang="en-US" dirty="0" err="1"/>
              <a:t>Descripción</a:t>
            </a:r>
            <a:r>
              <a:rPr lang="en-US" spc="-55" dirty="0"/>
              <a:t> </a:t>
            </a:r>
            <a:r>
              <a:rPr lang="en-US" dirty="0"/>
              <a:t>del</a:t>
            </a:r>
            <a:r>
              <a:rPr lang="en-US" spc="-135" dirty="0"/>
              <a:t> </a:t>
            </a:r>
            <a:r>
              <a:rPr lang="en-US" spc="-10" dirty="0"/>
              <a:t>Proyecto</a:t>
            </a:r>
            <a:endParaRPr lang="es-CO" dirty="0"/>
          </a:p>
        </p:txBody>
      </p:sp>
      <p:pic>
        <p:nvPicPr>
          <p:cNvPr id="5" name="Picture 4" descr="Jugadores de fútbol">
            <a:extLst>
              <a:ext uri="{FF2B5EF4-FFF2-40B4-BE49-F238E27FC236}">
                <a16:creationId xmlns:a16="http://schemas.microsoft.com/office/drawing/2014/main" id="{74CAB3FE-AC44-E5AA-E91F-F279B4D90E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04" r="10365"/>
          <a:stretch>
            <a:fillRect/>
          </a:stretch>
        </p:blipFill>
        <p:spPr>
          <a:xfrm>
            <a:off x="20" y="1"/>
            <a:ext cx="7531588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455BA3-4645-569B-046F-BAB773F00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8462" y="2160016"/>
            <a:ext cx="3683467" cy="3926152"/>
          </a:xfrm>
        </p:spPr>
        <p:txBody>
          <a:bodyPr>
            <a:normAutofit/>
          </a:bodyPr>
          <a:lstStyle/>
          <a:p>
            <a:r>
              <a:rPr lang="en-US" sz="2000" dirty="0"/>
              <a:t>Nuestro</a:t>
            </a:r>
            <a:r>
              <a:rPr lang="en-US" sz="2000" spc="-110" dirty="0"/>
              <a:t> </a:t>
            </a:r>
            <a:r>
              <a:rPr lang="en-US" sz="2000" spc="-10" dirty="0" err="1"/>
              <a:t>proyecto</a:t>
            </a:r>
            <a:r>
              <a:rPr lang="en-US" sz="2000" spc="-110" dirty="0"/>
              <a:t> </a:t>
            </a:r>
            <a:r>
              <a:rPr lang="en-US" sz="2000" dirty="0" err="1"/>
              <a:t>tiene</a:t>
            </a:r>
            <a:r>
              <a:rPr lang="en-US" sz="2000" spc="-90" dirty="0"/>
              <a:t> </a:t>
            </a:r>
            <a:r>
              <a:rPr lang="en-US" sz="2000" dirty="0" err="1"/>
              <a:t>como</a:t>
            </a:r>
            <a:r>
              <a:rPr lang="en-US" sz="2000" spc="-110" dirty="0"/>
              <a:t> </a:t>
            </a:r>
            <a:r>
              <a:rPr lang="en-US" sz="2000" spc="-10" dirty="0" err="1"/>
              <a:t>objetivo</a:t>
            </a:r>
            <a:r>
              <a:rPr lang="en-US" sz="2000" spc="-10" dirty="0"/>
              <a:t> </a:t>
            </a:r>
            <a:r>
              <a:rPr lang="en-US" sz="2000" spc="-10" dirty="0" err="1"/>
              <a:t>explorar</a:t>
            </a:r>
            <a:r>
              <a:rPr lang="en-US" sz="2000" spc="-45" dirty="0"/>
              <a:t> </a:t>
            </a:r>
            <a:r>
              <a:rPr lang="en-US" sz="2000" dirty="0"/>
              <a:t>y</a:t>
            </a:r>
            <a:r>
              <a:rPr lang="en-US" sz="2000" spc="-80" dirty="0"/>
              <a:t> </a:t>
            </a:r>
            <a:r>
              <a:rPr lang="en-US" sz="2000" dirty="0" err="1"/>
              <a:t>analizar</a:t>
            </a:r>
            <a:r>
              <a:rPr lang="en-US" sz="2000" spc="-110" dirty="0"/>
              <a:t> </a:t>
            </a:r>
            <a:r>
              <a:rPr lang="en-US" sz="2000" spc="-10" dirty="0" err="1"/>
              <a:t>estadísticas</a:t>
            </a:r>
            <a:r>
              <a:rPr lang="en-US" sz="2000" spc="-100" dirty="0"/>
              <a:t> </a:t>
            </a:r>
            <a:r>
              <a:rPr lang="en-US" sz="2000" dirty="0"/>
              <a:t>de</a:t>
            </a:r>
            <a:r>
              <a:rPr lang="en-US" sz="2000" spc="-65" dirty="0"/>
              <a:t> </a:t>
            </a:r>
            <a:r>
              <a:rPr lang="en-US" sz="2000" dirty="0" err="1"/>
              <a:t>equipos</a:t>
            </a:r>
            <a:r>
              <a:rPr lang="en-US" sz="2000" spc="-35" dirty="0"/>
              <a:t> </a:t>
            </a:r>
            <a:r>
              <a:rPr lang="en-US" sz="2000" spc="-50" dirty="0"/>
              <a:t>y </a:t>
            </a:r>
            <a:r>
              <a:rPr lang="en-US" sz="2000" spc="-10" dirty="0" err="1"/>
              <a:t>jugadores</a:t>
            </a:r>
            <a:r>
              <a:rPr lang="en-US" sz="2000" spc="-100" dirty="0"/>
              <a:t> </a:t>
            </a:r>
            <a:r>
              <a:rPr lang="en-US" sz="2000" dirty="0"/>
              <a:t>de</a:t>
            </a:r>
            <a:r>
              <a:rPr lang="en-US" sz="2000" spc="-75" dirty="0"/>
              <a:t> </a:t>
            </a:r>
            <a:r>
              <a:rPr lang="en-US" sz="2000" dirty="0"/>
              <a:t>LaLiga.</a:t>
            </a:r>
            <a:r>
              <a:rPr lang="en-US" sz="2000" spc="-105" dirty="0"/>
              <a:t> </a:t>
            </a:r>
            <a:r>
              <a:rPr lang="en-US" sz="2000" dirty="0" err="1"/>
              <a:t>Buscamos</a:t>
            </a:r>
            <a:r>
              <a:rPr lang="en-US" sz="2000" spc="-100" dirty="0"/>
              <a:t> </a:t>
            </a:r>
            <a:r>
              <a:rPr lang="en-US" sz="2000" dirty="0" err="1"/>
              <a:t>evaluar</a:t>
            </a:r>
            <a:r>
              <a:rPr lang="en-US" sz="2000" spc="-110" dirty="0"/>
              <a:t> </a:t>
            </a:r>
            <a:r>
              <a:rPr lang="en-US" sz="2000" spc="-25" dirty="0" err="1"/>
              <a:t>el</a:t>
            </a:r>
            <a:r>
              <a:rPr lang="en-US" sz="2000" spc="-25" dirty="0"/>
              <a:t> </a:t>
            </a:r>
            <a:r>
              <a:rPr lang="en-US" sz="2000" dirty="0" err="1"/>
              <a:t>rendimiento</a:t>
            </a:r>
            <a:r>
              <a:rPr lang="en-US" sz="2000" spc="-75" dirty="0"/>
              <a:t> </a:t>
            </a:r>
            <a:r>
              <a:rPr lang="en-US" sz="2000" dirty="0" err="1"/>
              <a:t>en</a:t>
            </a:r>
            <a:r>
              <a:rPr lang="en-US" sz="2000" spc="-130" dirty="0"/>
              <a:t> </a:t>
            </a:r>
            <a:r>
              <a:rPr lang="en-US" sz="2000" dirty="0" err="1"/>
              <a:t>aspectos</a:t>
            </a:r>
            <a:r>
              <a:rPr lang="en-US" sz="2000" spc="-80" dirty="0"/>
              <a:t> </a:t>
            </a:r>
            <a:r>
              <a:rPr lang="en-US" sz="2000" dirty="0" err="1"/>
              <a:t>como</a:t>
            </a:r>
            <a:r>
              <a:rPr lang="en-US" sz="2000" spc="-135" dirty="0"/>
              <a:t> </a:t>
            </a:r>
            <a:r>
              <a:rPr lang="en-US" sz="2000" spc="-10" dirty="0" err="1"/>
              <a:t>goles</a:t>
            </a:r>
            <a:r>
              <a:rPr lang="en-US" sz="2000" spc="-10" dirty="0"/>
              <a:t>, </a:t>
            </a:r>
            <a:r>
              <a:rPr lang="en-US" sz="2000" dirty="0" err="1"/>
              <a:t>victorias</a:t>
            </a:r>
            <a:r>
              <a:rPr lang="en-US" sz="2000" dirty="0"/>
              <a:t>,</a:t>
            </a:r>
            <a:r>
              <a:rPr lang="en-US" sz="2000" spc="-70" dirty="0"/>
              <a:t> </a:t>
            </a:r>
            <a:r>
              <a:rPr lang="en-US" sz="2000" dirty="0" err="1"/>
              <a:t>derrotas</a:t>
            </a:r>
            <a:r>
              <a:rPr lang="en-US" sz="2000" spc="-75" dirty="0"/>
              <a:t> </a:t>
            </a:r>
            <a:r>
              <a:rPr lang="en-US" sz="2000" dirty="0"/>
              <a:t>y</a:t>
            </a:r>
            <a:r>
              <a:rPr lang="en-US" sz="2000" spc="-110" dirty="0"/>
              <a:t> </a:t>
            </a:r>
            <a:r>
              <a:rPr lang="en-US" sz="2000" spc="-10" dirty="0" err="1"/>
              <a:t>asistencias</a:t>
            </a:r>
            <a:r>
              <a:rPr lang="en-US" sz="2000" spc="-135" dirty="0"/>
              <a:t> </a:t>
            </a:r>
            <a:r>
              <a:rPr lang="en-US" sz="2000" dirty="0" err="1"/>
              <a:t>mediante</a:t>
            </a:r>
            <a:r>
              <a:rPr lang="en-US" sz="2000" spc="-105" dirty="0"/>
              <a:t> </a:t>
            </a:r>
            <a:r>
              <a:rPr lang="en-US" sz="2000" spc="-25" dirty="0" err="1"/>
              <a:t>el</a:t>
            </a:r>
            <a:r>
              <a:rPr lang="en-US" sz="2000" spc="-25" dirty="0"/>
              <a:t> </a:t>
            </a:r>
            <a:r>
              <a:rPr lang="en-US" sz="2000" dirty="0" err="1"/>
              <a:t>uso</a:t>
            </a:r>
            <a:r>
              <a:rPr lang="en-US" sz="2000" spc="-55" dirty="0"/>
              <a:t> </a:t>
            </a:r>
            <a:r>
              <a:rPr lang="en-US" sz="2000" dirty="0"/>
              <a:t>de</a:t>
            </a:r>
            <a:r>
              <a:rPr lang="en-US" sz="2000" spc="-35" dirty="0"/>
              <a:t> </a:t>
            </a:r>
            <a:r>
              <a:rPr lang="en-US" sz="2000" dirty="0"/>
              <a:t>Python</a:t>
            </a:r>
            <a:r>
              <a:rPr lang="en-US" sz="2000" spc="-50" dirty="0"/>
              <a:t> </a:t>
            </a:r>
            <a:r>
              <a:rPr lang="en-US" sz="2000" dirty="0"/>
              <a:t>y</a:t>
            </a:r>
            <a:r>
              <a:rPr lang="en-US" sz="2000" spc="-40" dirty="0"/>
              <a:t> </a:t>
            </a:r>
            <a:r>
              <a:rPr lang="en-US" sz="2000" dirty="0"/>
              <a:t>sus</a:t>
            </a:r>
            <a:r>
              <a:rPr lang="en-US" sz="2000" spc="-60" dirty="0"/>
              <a:t> </a:t>
            </a:r>
            <a:r>
              <a:rPr lang="en-US" sz="2000" dirty="0" err="1"/>
              <a:t>librerías</a:t>
            </a:r>
            <a:r>
              <a:rPr lang="en-US" sz="2000" spc="5" dirty="0"/>
              <a:t> </a:t>
            </a:r>
            <a:r>
              <a:rPr lang="en-US" sz="2000" dirty="0"/>
              <a:t>de</a:t>
            </a:r>
            <a:r>
              <a:rPr lang="en-US" sz="2000" spc="-35" dirty="0"/>
              <a:t> </a:t>
            </a:r>
            <a:r>
              <a:rPr lang="en-US" sz="2000" dirty="0" err="1"/>
              <a:t>análisis</a:t>
            </a:r>
            <a:r>
              <a:rPr lang="en-US" sz="2000" spc="-60" dirty="0"/>
              <a:t> </a:t>
            </a:r>
            <a:r>
              <a:rPr lang="en-US" sz="2000" spc="-25" dirty="0"/>
              <a:t>de </a:t>
            </a:r>
            <a:r>
              <a:rPr lang="en-US" sz="2000" spc="-10" dirty="0" err="1"/>
              <a:t>datos</a:t>
            </a:r>
            <a:r>
              <a:rPr lang="en-US" sz="2000" spc="-10" dirty="0"/>
              <a:t>.</a:t>
            </a:r>
            <a:endParaRPr lang="en-US" sz="2000" dirty="0"/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29027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E0A7E1-B48B-1BC8-74DC-2953D4F3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55362"/>
            <a:ext cx="3603625" cy="1550419"/>
          </a:xfrm>
        </p:spPr>
        <p:txBody>
          <a:bodyPr>
            <a:normAutofit/>
          </a:bodyPr>
          <a:lstStyle/>
          <a:p>
            <a:r>
              <a:rPr lang="en-US" dirty="0" err="1"/>
              <a:t>Objetivo</a:t>
            </a:r>
            <a:r>
              <a:rPr lang="en-US" spc="-155" dirty="0"/>
              <a:t> </a:t>
            </a:r>
            <a:r>
              <a:rPr lang="en-US" spc="-10" dirty="0"/>
              <a:t>General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41C635-5F9D-1F0A-969D-BD9A753E5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2160016"/>
            <a:ext cx="3603625" cy="39261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Analizar</a:t>
            </a:r>
            <a:r>
              <a:rPr lang="en-US" spc="-90" dirty="0"/>
              <a:t> </a:t>
            </a:r>
            <a:r>
              <a:rPr lang="en-US" dirty="0" err="1"/>
              <a:t>el</a:t>
            </a:r>
            <a:r>
              <a:rPr lang="en-US" spc="-80" dirty="0"/>
              <a:t> </a:t>
            </a:r>
            <a:r>
              <a:rPr lang="en-US" spc="-10" dirty="0" err="1"/>
              <a:t>rendimiento</a:t>
            </a:r>
            <a:r>
              <a:rPr lang="en-US" spc="-65" dirty="0"/>
              <a:t> </a:t>
            </a:r>
            <a:r>
              <a:rPr lang="en-US" dirty="0"/>
              <a:t>de</a:t>
            </a:r>
            <a:r>
              <a:rPr lang="en-US" spc="-50" dirty="0"/>
              <a:t> </a:t>
            </a:r>
            <a:r>
              <a:rPr lang="en-US" dirty="0" err="1"/>
              <a:t>los</a:t>
            </a:r>
            <a:r>
              <a:rPr lang="en-US" spc="-10" dirty="0"/>
              <a:t> </a:t>
            </a:r>
            <a:r>
              <a:rPr lang="en-US" dirty="0" err="1"/>
              <a:t>equipos</a:t>
            </a:r>
            <a:r>
              <a:rPr lang="en-US" spc="-75" dirty="0"/>
              <a:t> </a:t>
            </a:r>
            <a:r>
              <a:rPr lang="en-US" spc="-50" dirty="0"/>
              <a:t>y </a:t>
            </a:r>
            <a:r>
              <a:rPr lang="en-US" spc="-10" dirty="0" err="1"/>
              <a:t>jugadores</a:t>
            </a:r>
            <a:r>
              <a:rPr lang="en-US" spc="-100" dirty="0"/>
              <a:t> </a:t>
            </a:r>
            <a:r>
              <a:rPr lang="en-US" dirty="0"/>
              <a:t>de</a:t>
            </a:r>
            <a:r>
              <a:rPr lang="en-US" spc="-70" dirty="0"/>
              <a:t> </a:t>
            </a:r>
            <a:r>
              <a:rPr lang="en-US" dirty="0"/>
              <a:t>LaLiga</a:t>
            </a:r>
            <a:r>
              <a:rPr lang="en-US" spc="-20" dirty="0"/>
              <a:t> </a:t>
            </a:r>
            <a:r>
              <a:rPr lang="en-US" dirty="0" err="1"/>
              <a:t>mediante</a:t>
            </a:r>
            <a:r>
              <a:rPr lang="en-US" spc="-70" dirty="0"/>
              <a:t> </a:t>
            </a:r>
            <a:r>
              <a:rPr lang="en-US" dirty="0" err="1"/>
              <a:t>el</a:t>
            </a:r>
            <a:r>
              <a:rPr lang="en-US" spc="-100" dirty="0"/>
              <a:t> </a:t>
            </a:r>
            <a:r>
              <a:rPr lang="en-US" dirty="0" err="1"/>
              <a:t>uso</a:t>
            </a:r>
            <a:r>
              <a:rPr lang="en-US" spc="-25" dirty="0"/>
              <a:t> de </a:t>
            </a:r>
            <a:r>
              <a:rPr lang="en-US" dirty="0"/>
              <a:t>Python,</a:t>
            </a:r>
            <a:r>
              <a:rPr lang="en-US" spc="-130" dirty="0"/>
              <a:t> </a:t>
            </a:r>
            <a:r>
              <a:rPr lang="en-US" dirty="0" err="1"/>
              <a:t>aplicando</a:t>
            </a:r>
            <a:r>
              <a:rPr lang="en-US" spc="-125" dirty="0"/>
              <a:t> </a:t>
            </a:r>
            <a:r>
              <a:rPr lang="en-US" dirty="0" err="1"/>
              <a:t>técnicas</a:t>
            </a:r>
            <a:r>
              <a:rPr lang="en-US" spc="-70" dirty="0"/>
              <a:t> </a:t>
            </a:r>
            <a:r>
              <a:rPr lang="en-US" spc="-10" dirty="0" err="1"/>
              <a:t>estadísticas</a:t>
            </a:r>
            <a:r>
              <a:rPr lang="en-US" spc="-70" dirty="0"/>
              <a:t> </a:t>
            </a:r>
            <a:r>
              <a:rPr lang="en-US" spc="-50" dirty="0"/>
              <a:t>y </a:t>
            </a:r>
            <a:r>
              <a:rPr lang="en-US" dirty="0" err="1"/>
              <a:t>modelos</a:t>
            </a:r>
            <a:r>
              <a:rPr lang="en-US" spc="-90" dirty="0"/>
              <a:t> </a:t>
            </a:r>
            <a:r>
              <a:rPr lang="en-US" spc="-10" dirty="0" err="1"/>
              <a:t>predictivos</a:t>
            </a:r>
            <a:r>
              <a:rPr lang="en-US" spc="-85" dirty="0"/>
              <a:t> </a:t>
            </a:r>
            <a:r>
              <a:rPr lang="en-US" dirty="0" err="1"/>
              <a:t>que</a:t>
            </a:r>
            <a:r>
              <a:rPr lang="en-US" spc="-60" dirty="0"/>
              <a:t> </a:t>
            </a:r>
            <a:r>
              <a:rPr lang="en-US" dirty="0" err="1"/>
              <a:t>permitan</a:t>
            </a:r>
            <a:r>
              <a:rPr lang="en-US" spc="-75" dirty="0"/>
              <a:t> </a:t>
            </a:r>
            <a:r>
              <a:rPr lang="en-US" spc="-10" dirty="0" err="1"/>
              <a:t>obtener</a:t>
            </a:r>
            <a:r>
              <a:rPr lang="en-US" spc="-10" dirty="0"/>
              <a:t> </a:t>
            </a:r>
            <a:r>
              <a:rPr lang="en-US" spc="-10" dirty="0" err="1"/>
              <a:t>información</a:t>
            </a:r>
            <a:r>
              <a:rPr lang="en-US" spc="-105" dirty="0"/>
              <a:t> </a:t>
            </a:r>
            <a:r>
              <a:rPr lang="en-US" spc="-10" dirty="0" err="1"/>
              <a:t>relevante</a:t>
            </a:r>
            <a:r>
              <a:rPr lang="en-US" spc="-95" dirty="0"/>
              <a:t> </a:t>
            </a:r>
            <a:r>
              <a:rPr lang="en-US" dirty="0" err="1"/>
              <a:t>sobre</a:t>
            </a:r>
            <a:r>
              <a:rPr lang="en-US" spc="-90" dirty="0"/>
              <a:t> </a:t>
            </a:r>
            <a:r>
              <a:rPr lang="en-US" dirty="0" err="1"/>
              <a:t>goles</a:t>
            </a:r>
            <a:r>
              <a:rPr lang="en-US" dirty="0"/>
              <a:t>,</a:t>
            </a:r>
            <a:r>
              <a:rPr lang="en-US" spc="-114" dirty="0"/>
              <a:t> </a:t>
            </a:r>
            <a:r>
              <a:rPr lang="en-US" spc="-10" dirty="0" err="1"/>
              <a:t>victorias</a:t>
            </a:r>
            <a:r>
              <a:rPr lang="en-US" spc="-10" dirty="0"/>
              <a:t>, </a:t>
            </a:r>
            <a:r>
              <a:rPr lang="en-US" dirty="0" err="1"/>
              <a:t>derrotas</a:t>
            </a:r>
            <a:r>
              <a:rPr lang="en-US" spc="-60" dirty="0"/>
              <a:t> </a:t>
            </a:r>
            <a:r>
              <a:rPr lang="en-US" dirty="0"/>
              <a:t>y</a:t>
            </a:r>
            <a:r>
              <a:rPr lang="en-US" spc="-100" dirty="0"/>
              <a:t> </a:t>
            </a:r>
            <a:r>
              <a:rPr lang="en-US" spc="-10" dirty="0" err="1"/>
              <a:t>asistencias</a:t>
            </a:r>
            <a:r>
              <a:rPr lang="en-US" spc="-10" dirty="0"/>
              <a:t>.</a:t>
            </a:r>
            <a:endParaRPr lang="en-US" dirty="0"/>
          </a:p>
        </p:txBody>
      </p:sp>
      <p:pic>
        <p:nvPicPr>
          <p:cNvPr id="5" name="Picture 4" descr="Calculadora, lápiz, brújula, dinero y un papel con gráficos impresos en él">
            <a:extLst>
              <a:ext uri="{FF2B5EF4-FFF2-40B4-BE49-F238E27FC236}">
                <a16:creationId xmlns:a16="http://schemas.microsoft.com/office/drawing/2014/main" id="{FE450805-72B7-4B83-0B12-FA907ABF50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14" r="15191" b="-1"/>
          <a:stretch>
            <a:fillRect/>
          </a:stretch>
        </p:blipFill>
        <p:spPr>
          <a:xfrm>
            <a:off x="4748403" y="10"/>
            <a:ext cx="7443597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8403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8403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7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A8DDA3-B4FC-D445-AA06-C92ABAE24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3" y="5476671"/>
            <a:ext cx="2770698" cy="13813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D0692D-A304-5E4A-BCD9-C00690321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2" y="4101177"/>
            <a:ext cx="1373567" cy="2756824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B0AE94-0F4A-1610-8F99-8E02FBAFD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42" y="455362"/>
            <a:ext cx="3183457" cy="3392972"/>
          </a:xfrm>
        </p:spPr>
        <p:txBody>
          <a:bodyPr>
            <a:normAutofit/>
          </a:bodyPr>
          <a:lstStyle/>
          <a:p>
            <a:r>
              <a:rPr lang="es-CO" sz="4100"/>
              <a:t>Objetivos</a:t>
            </a:r>
            <a:r>
              <a:rPr lang="es-CO" sz="4100" spc="-160"/>
              <a:t> </a:t>
            </a:r>
            <a:r>
              <a:rPr lang="es-CO" sz="4100" spc="-10"/>
              <a:t>Específicos</a:t>
            </a:r>
            <a:endParaRPr lang="es-CO" sz="410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4C48BC3-BFFC-CEBF-BA76-A2D102C3A0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0860667"/>
              </p:ext>
            </p:extLst>
          </p:nvPr>
        </p:nvGraphicFramePr>
        <p:xfrm>
          <a:off x="5224244" y="409518"/>
          <a:ext cx="6034656" cy="5632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8531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40A4C2-A005-560E-9474-B7CE9DE15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8462" y="455362"/>
            <a:ext cx="3683467" cy="1550419"/>
          </a:xfrm>
        </p:spPr>
        <p:txBody>
          <a:bodyPr>
            <a:normAutofit/>
          </a:bodyPr>
          <a:lstStyle/>
          <a:p>
            <a:r>
              <a:rPr lang="en-US" spc="-10" dirty="0" err="1"/>
              <a:t>Justificación</a:t>
            </a:r>
            <a:endParaRPr lang="es-CO" dirty="0"/>
          </a:p>
        </p:txBody>
      </p:sp>
      <p:pic>
        <p:nvPicPr>
          <p:cNvPr id="5" name="Picture 4" descr="Balón de fútbol en el campo">
            <a:extLst>
              <a:ext uri="{FF2B5EF4-FFF2-40B4-BE49-F238E27FC236}">
                <a16:creationId xmlns:a16="http://schemas.microsoft.com/office/drawing/2014/main" id="{88A9376F-351A-303F-2ADA-37DEA1E92A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693" b="-2"/>
          <a:stretch>
            <a:fillRect/>
          </a:stretch>
        </p:blipFill>
        <p:spPr>
          <a:xfrm>
            <a:off x="20" y="1"/>
            <a:ext cx="7531588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C68F39-5E8A-844C-A8FD-394F253C1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583CEB-AC2B-2640-94F6-5958E6BC5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B0BCC7-8C46-39D3-0E70-C4063F866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8462" y="2160016"/>
            <a:ext cx="3683467" cy="39261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 dirty="0"/>
              <a:t>El</a:t>
            </a:r>
            <a:r>
              <a:rPr lang="en-US" sz="1900" spc="-55" dirty="0"/>
              <a:t> </a:t>
            </a:r>
            <a:r>
              <a:rPr lang="en-US" sz="1900" dirty="0" err="1"/>
              <a:t>análisis</a:t>
            </a:r>
            <a:r>
              <a:rPr lang="en-US" sz="1900" spc="-50" dirty="0"/>
              <a:t> </a:t>
            </a:r>
            <a:r>
              <a:rPr lang="en-US" sz="1900" dirty="0"/>
              <a:t>de</a:t>
            </a:r>
            <a:r>
              <a:rPr lang="en-US" sz="1900" spc="-25" dirty="0"/>
              <a:t> </a:t>
            </a:r>
            <a:r>
              <a:rPr lang="en-US" sz="1900" dirty="0" err="1"/>
              <a:t>datos</a:t>
            </a:r>
            <a:r>
              <a:rPr lang="en-US" sz="1900" spc="-55" dirty="0"/>
              <a:t> </a:t>
            </a:r>
            <a:r>
              <a:rPr lang="en-US" sz="1900" dirty="0" err="1"/>
              <a:t>en</a:t>
            </a:r>
            <a:r>
              <a:rPr lang="en-US" sz="1900" spc="-40" dirty="0"/>
              <a:t> </a:t>
            </a:r>
            <a:r>
              <a:rPr lang="en-US" sz="1900" dirty="0" err="1"/>
              <a:t>el</a:t>
            </a:r>
            <a:r>
              <a:rPr lang="en-US" sz="1900" spc="-60" dirty="0"/>
              <a:t> </a:t>
            </a:r>
            <a:r>
              <a:rPr lang="en-US" sz="1900" dirty="0" err="1"/>
              <a:t>fútbol</a:t>
            </a:r>
            <a:r>
              <a:rPr lang="en-US" sz="1900" spc="-60" dirty="0"/>
              <a:t> </a:t>
            </a:r>
            <a:r>
              <a:rPr lang="en-US" sz="1900" spc="-10" dirty="0" err="1"/>
              <a:t>permite</a:t>
            </a:r>
            <a:r>
              <a:rPr lang="en-US" sz="1900" spc="-10" dirty="0"/>
              <a:t> </a:t>
            </a:r>
            <a:r>
              <a:rPr lang="en-US" sz="1900" dirty="0" err="1"/>
              <a:t>comprender</a:t>
            </a:r>
            <a:r>
              <a:rPr lang="en-US" sz="1900" spc="-30" dirty="0"/>
              <a:t> </a:t>
            </a:r>
            <a:r>
              <a:rPr lang="en-US" sz="1900" dirty="0" err="1"/>
              <a:t>mejor</a:t>
            </a:r>
            <a:r>
              <a:rPr lang="en-US" sz="1900" spc="-100" dirty="0"/>
              <a:t> </a:t>
            </a:r>
            <a:r>
              <a:rPr lang="en-US" sz="1900" dirty="0" err="1"/>
              <a:t>el</a:t>
            </a:r>
            <a:r>
              <a:rPr lang="en-US" sz="1900" spc="-90" dirty="0"/>
              <a:t> </a:t>
            </a:r>
            <a:r>
              <a:rPr lang="en-US" sz="1900" spc="-10" dirty="0" err="1"/>
              <a:t>rendimiento</a:t>
            </a:r>
            <a:r>
              <a:rPr lang="en-US" sz="1900" spc="-80" dirty="0"/>
              <a:t> </a:t>
            </a:r>
            <a:r>
              <a:rPr lang="en-US" sz="1900" dirty="0"/>
              <a:t>de</a:t>
            </a:r>
            <a:r>
              <a:rPr lang="en-US" sz="1900" spc="-55" dirty="0"/>
              <a:t> </a:t>
            </a:r>
            <a:r>
              <a:rPr lang="en-US" sz="1900" spc="-10" dirty="0" err="1"/>
              <a:t>equipos</a:t>
            </a:r>
            <a:r>
              <a:rPr lang="en-US" sz="1900" spc="-10" dirty="0"/>
              <a:t> </a:t>
            </a:r>
            <a:r>
              <a:rPr lang="en-US" sz="1900" dirty="0"/>
              <a:t>y</a:t>
            </a:r>
            <a:r>
              <a:rPr lang="en-US" sz="1900" spc="-65" dirty="0"/>
              <a:t> </a:t>
            </a:r>
            <a:r>
              <a:rPr lang="en-US" sz="1900" spc="-10" dirty="0" err="1"/>
              <a:t>jugadores</a:t>
            </a:r>
            <a:r>
              <a:rPr lang="en-US" sz="1900" spc="-10" dirty="0"/>
              <a:t>.</a:t>
            </a:r>
            <a:r>
              <a:rPr lang="en-US" sz="1900" spc="-90" dirty="0"/>
              <a:t> </a:t>
            </a:r>
            <a:r>
              <a:rPr lang="en-US" sz="1900" dirty="0"/>
              <a:t>Con </a:t>
            </a:r>
            <a:r>
              <a:rPr lang="en-US" sz="1900" dirty="0" err="1"/>
              <a:t>esta</a:t>
            </a:r>
            <a:r>
              <a:rPr lang="en-US" sz="1900" spc="-70" dirty="0"/>
              <a:t> </a:t>
            </a:r>
            <a:r>
              <a:rPr lang="en-US" sz="1900" spc="-10" dirty="0" err="1"/>
              <a:t>información</a:t>
            </a:r>
            <a:r>
              <a:rPr lang="en-US" sz="1900" spc="-10" dirty="0"/>
              <a:t>,</a:t>
            </a:r>
            <a:r>
              <a:rPr lang="en-US" sz="1900" spc="-85" dirty="0"/>
              <a:t> </a:t>
            </a:r>
            <a:r>
              <a:rPr lang="en-US" sz="1900" dirty="0"/>
              <a:t>se</a:t>
            </a:r>
            <a:r>
              <a:rPr lang="en-US" sz="1900" spc="-55" dirty="0"/>
              <a:t> </a:t>
            </a:r>
            <a:r>
              <a:rPr lang="en-US" sz="1900" spc="-10" dirty="0" err="1"/>
              <a:t>pueden</a:t>
            </a:r>
            <a:r>
              <a:rPr lang="en-US" sz="1900" spc="-10" dirty="0"/>
              <a:t> </a:t>
            </a:r>
            <a:r>
              <a:rPr lang="en-US" sz="1900" dirty="0" err="1"/>
              <a:t>tomar</a:t>
            </a:r>
            <a:r>
              <a:rPr lang="en-US" sz="1900" spc="-45" dirty="0"/>
              <a:t> </a:t>
            </a:r>
            <a:r>
              <a:rPr lang="en-US" sz="1900" dirty="0" err="1"/>
              <a:t>decisiones</a:t>
            </a:r>
            <a:r>
              <a:rPr lang="en-US" sz="1900" spc="-100" dirty="0"/>
              <a:t> </a:t>
            </a:r>
            <a:r>
              <a:rPr lang="en-US" sz="1900" spc="-20" dirty="0" err="1"/>
              <a:t>estratégicas</a:t>
            </a:r>
            <a:r>
              <a:rPr lang="en-US" sz="1900" spc="-20" dirty="0"/>
              <a:t>,</a:t>
            </a:r>
            <a:r>
              <a:rPr lang="en-US" sz="1900" spc="-95" dirty="0"/>
              <a:t> </a:t>
            </a:r>
            <a:r>
              <a:rPr lang="en-US" sz="1900" spc="-10" dirty="0" err="1"/>
              <a:t>mejorar</a:t>
            </a:r>
            <a:r>
              <a:rPr lang="en-US" sz="1900" spc="-10" dirty="0"/>
              <a:t> </a:t>
            </a:r>
            <a:r>
              <a:rPr lang="en-US" sz="1900" spc="-10" dirty="0" err="1"/>
              <a:t>entrenamientos</a:t>
            </a:r>
            <a:r>
              <a:rPr lang="en-US" sz="1900" spc="-130" dirty="0"/>
              <a:t> </a:t>
            </a:r>
            <a:r>
              <a:rPr lang="en-US" sz="1900" dirty="0"/>
              <a:t>y</a:t>
            </a:r>
            <a:r>
              <a:rPr lang="en-US" sz="1900" spc="-105" dirty="0"/>
              <a:t> </a:t>
            </a:r>
            <a:r>
              <a:rPr lang="en-US" sz="1900" dirty="0" err="1"/>
              <a:t>realizar</a:t>
            </a:r>
            <a:r>
              <a:rPr lang="en-US" sz="1900" spc="-75" dirty="0"/>
              <a:t> </a:t>
            </a:r>
            <a:r>
              <a:rPr lang="en-US" sz="1900" dirty="0" err="1"/>
              <a:t>predicciones</a:t>
            </a:r>
            <a:r>
              <a:rPr lang="en-US" sz="1900" spc="-130" dirty="0"/>
              <a:t> </a:t>
            </a:r>
            <a:r>
              <a:rPr lang="en-US" sz="1900" spc="-10" dirty="0" err="1"/>
              <a:t>sobre</a:t>
            </a:r>
            <a:r>
              <a:rPr lang="en-US" sz="1900" spc="-10" dirty="0"/>
              <a:t> </a:t>
            </a:r>
            <a:r>
              <a:rPr lang="en-US" sz="1900" dirty="0" err="1"/>
              <a:t>resultados</a:t>
            </a:r>
            <a:r>
              <a:rPr lang="en-US" sz="1900" spc="-85" dirty="0"/>
              <a:t> </a:t>
            </a:r>
            <a:r>
              <a:rPr lang="en-US" sz="1900" dirty="0" err="1"/>
              <a:t>futuros</a:t>
            </a:r>
            <a:r>
              <a:rPr lang="en-US" sz="1900" dirty="0"/>
              <a:t>.</a:t>
            </a:r>
            <a:r>
              <a:rPr lang="en-US" sz="1900" spc="-90" dirty="0"/>
              <a:t> </a:t>
            </a:r>
            <a:r>
              <a:rPr lang="en-US" sz="1900" dirty="0" err="1"/>
              <a:t>Además</a:t>
            </a:r>
            <a:r>
              <a:rPr lang="en-US" sz="1900" dirty="0"/>
              <a:t>,</a:t>
            </a:r>
            <a:r>
              <a:rPr lang="en-US" sz="1900" spc="-80" dirty="0"/>
              <a:t> </a:t>
            </a:r>
            <a:r>
              <a:rPr lang="en-US" sz="1900" dirty="0" err="1"/>
              <a:t>el</a:t>
            </a:r>
            <a:r>
              <a:rPr lang="en-US" sz="1900" spc="-15" dirty="0"/>
              <a:t> </a:t>
            </a:r>
            <a:r>
              <a:rPr lang="en-US" sz="1900" dirty="0" err="1"/>
              <a:t>uso</a:t>
            </a:r>
            <a:r>
              <a:rPr lang="en-US" sz="1900" spc="-75" dirty="0"/>
              <a:t> </a:t>
            </a:r>
            <a:r>
              <a:rPr lang="en-US" sz="1900" dirty="0"/>
              <a:t>de</a:t>
            </a:r>
            <a:r>
              <a:rPr lang="en-US" sz="1900" spc="-60" dirty="0"/>
              <a:t> </a:t>
            </a:r>
            <a:r>
              <a:rPr lang="en-US" sz="1900" spc="-10" dirty="0"/>
              <a:t>Python </a:t>
            </a:r>
            <a:r>
              <a:rPr lang="en-US" sz="1900" dirty="0" err="1"/>
              <a:t>facilita</a:t>
            </a:r>
            <a:r>
              <a:rPr lang="en-US" sz="1900" spc="-100" dirty="0"/>
              <a:t> </a:t>
            </a:r>
            <a:r>
              <a:rPr lang="en-US" sz="1900" dirty="0" err="1"/>
              <a:t>el</a:t>
            </a:r>
            <a:r>
              <a:rPr lang="en-US" sz="1900" spc="-50" dirty="0"/>
              <a:t> </a:t>
            </a:r>
            <a:r>
              <a:rPr lang="en-US" sz="1900" dirty="0" err="1"/>
              <a:t>manejo</a:t>
            </a:r>
            <a:r>
              <a:rPr lang="en-US" sz="1900" spc="-105" dirty="0"/>
              <a:t> </a:t>
            </a:r>
            <a:r>
              <a:rPr lang="en-US" sz="1900" dirty="0" err="1"/>
              <a:t>eficiente</a:t>
            </a:r>
            <a:r>
              <a:rPr lang="en-US" sz="1900" spc="-90" dirty="0"/>
              <a:t> </a:t>
            </a:r>
            <a:r>
              <a:rPr lang="en-US" sz="1900" dirty="0"/>
              <a:t>de</a:t>
            </a:r>
            <a:r>
              <a:rPr lang="en-US" sz="1900" spc="-85" dirty="0"/>
              <a:t> </a:t>
            </a:r>
            <a:r>
              <a:rPr lang="en-US" sz="1900" spc="-10" dirty="0" err="1"/>
              <a:t>grandes</a:t>
            </a:r>
            <a:r>
              <a:rPr lang="en-US" sz="1900" spc="-10" dirty="0"/>
              <a:t> </a:t>
            </a:r>
            <a:r>
              <a:rPr lang="en-US" sz="1900" dirty="0" err="1"/>
              <a:t>volúmenes</a:t>
            </a:r>
            <a:r>
              <a:rPr lang="en-US" sz="1900" spc="-65" dirty="0"/>
              <a:t> </a:t>
            </a:r>
            <a:r>
              <a:rPr lang="en-US" sz="1900" dirty="0"/>
              <a:t>de</a:t>
            </a:r>
            <a:r>
              <a:rPr lang="en-US" sz="1900" spc="-105" dirty="0"/>
              <a:t> </a:t>
            </a:r>
            <a:r>
              <a:rPr lang="en-US" sz="1900" spc="-10" dirty="0" err="1"/>
              <a:t>información</a:t>
            </a:r>
            <a:r>
              <a:rPr lang="en-US" sz="1900" spc="-10" dirty="0"/>
              <a:t>.</a:t>
            </a:r>
            <a:endParaRPr lang="en-US" sz="1900" dirty="0"/>
          </a:p>
          <a:p>
            <a:pPr marL="0" indent="0">
              <a:lnSpc>
                <a:spcPct val="100000"/>
              </a:lnSpc>
              <a:buNone/>
            </a:pPr>
            <a:endParaRPr lang="es-CO" sz="1900" dirty="0"/>
          </a:p>
        </p:txBody>
      </p:sp>
    </p:spTree>
    <p:extLst>
      <p:ext uri="{BB962C8B-B14F-4D97-AF65-F5344CB8AC3E}">
        <p14:creationId xmlns:p14="http://schemas.microsoft.com/office/powerpoint/2010/main" val="10550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68C70C-E5C4-CD47-888C-FCB3373B6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A8DDA3-B4FC-D445-AA06-C92ABAE24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3" y="5476671"/>
            <a:ext cx="2770698" cy="138132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D0692D-A304-5E4A-BCD9-C00690321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88542" y="4101177"/>
            <a:ext cx="1373567" cy="2756824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2FEA71-D68B-F308-0FA0-438ECA7B9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42" y="455362"/>
            <a:ext cx="3183457" cy="3392972"/>
          </a:xfrm>
        </p:spPr>
        <p:txBody>
          <a:bodyPr>
            <a:normAutofit/>
          </a:bodyPr>
          <a:lstStyle/>
          <a:p>
            <a:r>
              <a:rPr lang="en-US" sz="3400" spc="-10" err="1"/>
              <a:t>Herramientas</a:t>
            </a:r>
            <a:r>
              <a:rPr lang="en-US" sz="3400" spc="-135"/>
              <a:t> </a:t>
            </a:r>
            <a:r>
              <a:rPr lang="en-US" sz="3400"/>
              <a:t>y</a:t>
            </a:r>
            <a:r>
              <a:rPr lang="en-US" sz="3400" spc="-100"/>
              <a:t> </a:t>
            </a:r>
            <a:r>
              <a:rPr lang="en-US" sz="3400" spc="-10" err="1"/>
              <a:t>Requisitos</a:t>
            </a:r>
            <a:endParaRPr lang="es-CO" sz="340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4616FF4-E910-4747-5241-D1D54763FA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2118068"/>
              </p:ext>
            </p:extLst>
          </p:nvPr>
        </p:nvGraphicFramePr>
        <p:xfrm>
          <a:off x="5224244" y="409518"/>
          <a:ext cx="6034656" cy="56322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615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685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F6DF3A-D118-0508-3ACD-DE695BCC3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55362"/>
            <a:ext cx="9486690" cy="1550419"/>
          </a:xfrm>
        </p:spPr>
        <p:txBody>
          <a:bodyPr>
            <a:normAutofit/>
          </a:bodyPr>
          <a:lstStyle/>
          <a:p>
            <a:r>
              <a:rPr lang="en-US" dirty="0" err="1"/>
              <a:t>Resultados</a:t>
            </a:r>
            <a:r>
              <a:rPr lang="en-US" spc="-204" dirty="0"/>
              <a:t> </a:t>
            </a:r>
            <a:r>
              <a:rPr lang="en-US" spc="-10" dirty="0" err="1"/>
              <a:t>esperados</a:t>
            </a:r>
            <a:endParaRPr lang="es-CO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9B0CA10-C5D9-DB8F-1CDA-B40EA721F4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964377"/>
              </p:ext>
            </p:extLst>
          </p:nvPr>
        </p:nvGraphicFramePr>
        <p:xfrm>
          <a:off x="1124456" y="2194178"/>
          <a:ext cx="9528584" cy="3898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5727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23BB7E73-E730-42EA-AACE-D1E323EA5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6C2E9-B316-4410-88E5-74F044FC3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83D07262-43A6-451F-9B19-77B943C63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685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BAC9C5-9725-89E7-F829-32D02C207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55362"/>
            <a:ext cx="9486690" cy="1550419"/>
          </a:xfrm>
        </p:spPr>
        <p:txBody>
          <a:bodyPr>
            <a:normAutofit/>
          </a:bodyPr>
          <a:lstStyle/>
          <a:p>
            <a:r>
              <a:rPr lang="es-CO" spc="-10"/>
              <a:t>Conclusiones</a:t>
            </a:r>
            <a:endParaRPr lang="es-CO" dirty="0"/>
          </a:p>
        </p:txBody>
      </p:sp>
      <p:graphicFrame>
        <p:nvGraphicFramePr>
          <p:cNvPr id="23" name="Marcador de contenido 2">
            <a:extLst>
              <a:ext uri="{FF2B5EF4-FFF2-40B4-BE49-F238E27FC236}">
                <a16:creationId xmlns:a16="http://schemas.microsoft.com/office/drawing/2014/main" id="{386C939A-290A-4010-F0C1-D4E40FA6EB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3913393"/>
              </p:ext>
            </p:extLst>
          </p:nvPr>
        </p:nvGraphicFramePr>
        <p:xfrm>
          <a:off x="1124456" y="2194178"/>
          <a:ext cx="9528584" cy="3898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4555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73F1D-73A7-FB41-BCAD-FC9AA7DE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47FD0E-C93A-490E-9994-C79DC8977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Balón de fútbol en el campo">
            <a:extLst>
              <a:ext uri="{FF2B5EF4-FFF2-40B4-BE49-F238E27FC236}">
                <a16:creationId xmlns:a16="http://schemas.microsoft.com/office/drawing/2014/main" id="{3C3B5D0A-C03A-3228-DD9F-2A19B2F38E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5708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CDD2F19-0AAB-46D2-A7D4-9BD8F7E42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755205" y="-578805"/>
            <a:ext cx="6858003" cy="8015586"/>
          </a:xfrm>
          <a:prstGeom prst="rect">
            <a:avLst/>
          </a:prstGeom>
          <a:gradFill flip="none" rotWithShape="1">
            <a:gsLst>
              <a:gs pos="48000">
                <a:sysClr val="windowText" lastClr="000000">
                  <a:alpha val="30000"/>
                </a:sysClr>
              </a:gs>
              <a:gs pos="85000">
                <a:sysClr val="windowText" lastClr="000000">
                  <a:alpha val="49000"/>
                </a:sysClr>
              </a:gs>
              <a:gs pos="0">
                <a:sysClr val="windowText" lastClr="000000">
                  <a:alpha val="0"/>
                </a:sysClr>
              </a:gs>
            </a:gsLst>
            <a:lin ang="162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C81115-1937-4455-E54C-B209E08B0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8808" y="1247140"/>
            <a:ext cx="4650160" cy="3450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6000">
                <a:solidFill>
                  <a:srgbClr val="FFFFFF"/>
                </a:solidFill>
              </a:rPr>
              <a:t>GRACIAS POR SU ATENCION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77B2DF-AF44-4996-BBFD-5DF9162BE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58144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6BECB9-A7FC-400F-8502-97A13BB87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26850" y="1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16005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A485B5844D0542AE01C851B2768334" ma:contentTypeVersion="5" ma:contentTypeDescription="Create a new document." ma:contentTypeScope="" ma:versionID="9cf1bddd56d6227703e5c41dfe9c2006">
  <xsd:schema xmlns:xsd="http://www.w3.org/2001/XMLSchema" xmlns:xs="http://www.w3.org/2001/XMLSchema" xmlns:p="http://schemas.microsoft.com/office/2006/metadata/properties" xmlns:ns3="38b05169-562e-4e2e-908e-02fdac31a636" targetNamespace="http://schemas.microsoft.com/office/2006/metadata/properties" ma:root="true" ma:fieldsID="dcc2f55847a2e117b56987ff0febccbe" ns3:_="">
    <xsd:import namespace="38b05169-562e-4e2e-908e-02fdac31a63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b05169-562e-4e2e-908e-02fdac31a63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8b05169-562e-4e2e-908e-02fdac31a636" xsi:nil="true"/>
  </documentManagement>
</p:properties>
</file>

<file path=customXml/itemProps1.xml><?xml version="1.0" encoding="utf-8"?>
<ds:datastoreItem xmlns:ds="http://schemas.openxmlformats.org/officeDocument/2006/customXml" ds:itemID="{42E9EC9F-71D9-4CD6-B8BF-683F4B9631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D8A078-0763-408E-88FC-11907039EC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b05169-562e-4e2e-908e-02fdac31a6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E8CC39-2821-4CA3-A27E-0199F228C4DE}">
  <ds:schemaRefs>
    <ds:schemaRef ds:uri="http://schemas.microsoft.com/office/2006/documentManagement/types"/>
    <ds:schemaRef ds:uri="http://www.w3.org/XML/1998/namespace"/>
    <ds:schemaRef ds:uri="38b05169-562e-4e2e-908e-02fdac31a636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298</Words>
  <Application>Microsoft Office PowerPoint</Application>
  <PresentationFormat>Panorámica</PresentationFormat>
  <Paragraphs>29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Avenir Next</vt:lpstr>
      <vt:lpstr>Century Gothic</vt:lpstr>
      <vt:lpstr>Neue Haas Grotesk Text Pro</vt:lpstr>
      <vt:lpstr>InterweaveVTI</vt:lpstr>
      <vt:lpstr>LaLiga Insights Pro</vt:lpstr>
      <vt:lpstr>Descripción del Proyecto</vt:lpstr>
      <vt:lpstr>Objetivo General</vt:lpstr>
      <vt:lpstr>Objetivos Específicos</vt:lpstr>
      <vt:lpstr>Justificación</vt:lpstr>
      <vt:lpstr>Herramientas y Requisitos</vt:lpstr>
      <vt:lpstr>Resultados esperados</vt:lpstr>
      <vt:lpstr>Conclusiones</vt:lpstr>
      <vt:lpstr>GRACIAS POR SU ATENCION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BAYRON  FRANCO FRANCO</dc:creator>
  <cp:lastModifiedBy>BAYRON  FRANCO FRANCO</cp:lastModifiedBy>
  <cp:revision>1</cp:revision>
  <dcterms:created xsi:type="dcterms:W3CDTF">2025-11-12T20:08:46Z</dcterms:created>
  <dcterms:modified xsi:type="dcterms:W3CDTF">2025-11-12T20:23:51Z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0x0101004DA485B5844D0542AE01C851B2768334</vt:lpwstr>
  </property>
</Properties>
</file>